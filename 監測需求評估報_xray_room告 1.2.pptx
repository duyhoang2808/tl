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
  </p:notesMasterIdLst>
  <p:sldIdLst>
    <p:sldId id="256" r:id="rId3"/>
    <p:sldId id="263" r:id="rId4"/>
    <p:sldId id="264" r:id="rId5"/>
    <p:sldId id="262"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0E512-51BE-493C-8E07-E20E5D256029}"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F7DAE2-41E9-4FDF-89F6-0B243BBF1157}" type="slidenum">
              <a:rPr lang="en-US" smtClean="0"/>
              <a:t>‹#›</a:t>
            </a:fld>
            <a:endParaRPr lang="en-US"/>
          </a:p>
        </p:txBody>
      </p:sp>
    </p:spTree>
    <p:extLst>
      <p:ext uri="{BB962C8B-B14F-4D97-AF65-F5344CB8AC3E}">
        <p14:creationId xmlns:p14="http://schemas.microsoft.com/office/powerpoint/2010/main" val="1159771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B0246BDF-E3C4-47DD-946A-6469952E2CF9}"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5</a:t>
            </a:fld>
            <a:endParaRPr kumimoji="0" lang="en-U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735977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EC6F5-BD80-783F-16A7-0A9F470D78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DE364A-9941-B9D9-8C83-2D973A2B7B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C6B58A-9E7C-6066-7496-57D37D7565FD}"/>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5" name="Footer Placeholder 4">
            <a:extLst>
              <a:ext uri="{FF2B5EF4-FFF2-40B4-BE49-F238E27FC236}">
                <a16:creationId xmlns:a16="http://schemas.microsoft.com/office/drawing/2014/main" id="{1A1A205F-F117-6C76-E99C-DEC528D52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A2C70F-F4D9-89A3-0B24-D3565429D032}"/>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1267727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5BF3C-63A4-FE46-AE06-2A944BB648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12465E-292A-BCB8-4118-E011E9CBB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23E22-6B49-46C1-1552-5F52E89EBAF1}"/>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5" name="Footer Placeholder 4">
            <a:extLst>
              <a:ext uri="{FF2B5EF4-FFF2-40B4-BE49-F238E27FC236}">
                <a16:creationId xmlns:a16="http://schemas.microsoft.com/office/drawing/2014/main" id="{D96F67B7-89DC-C174-C847-32A737C4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79340-2D89-EB77-3CFB-090B2499A476}"/>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112438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11FA5-8880-63DA-D860-FE3201489D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9432F7-DE30-7C40-5EB1-7D282C382E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943FA2-4697-796B-6F3B-32425ED01AC7}"/>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5" name="Footer Placeholder 4">
            <a:extLst>
              <a:ext uri="{FF2B5EF4-FFF2-40B4-BE49-F238E27FC236}">
                <a16:creationId xmlns:a16="http://schemas.microsoft.com/office/drawing/2014/main" id="{0968D412-D830-EF2D-F035-73E9AD52EE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BF8198-F430-052E-D51E-F3CE501F4E3A}"/>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346383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A1A7-D943-D5C1-3E7D-46DD5A10C9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A9A82C-AC3A-E194-C199-A22215A2E3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8DA047-9F3E-D80D-CA95-2162754CE7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26D372-797D-2187-CB8E-541CF3B13FE1}"/>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6" name="Footer Placeholder 5">
            <a:extLst>
              <a:ext uri="{FF2B5EF4-FFF2-40B4-BE49-F238E27FC236}">
                <a16:creationId xmlns:a16="http://schemas.microsoft.com/office/drawing/2014/main" id="{451C184F-D917-5338-C89C-5FEC4FB472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C58B40-8EBA-A52D-8E40-55FD645DD91C}"/>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680810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96FCC-DFF2-065A-8208-C8EBFDE844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47D152-C615-10CD-83EA-8599B615EB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829948-2268-431A-332A-166D2BAD92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B4A329-822D-85CE-49EB-B5DCCE417F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591482-B4BA-31C5-57FD-92DB86F35F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0422D9-C11C-05D0-F7C6-0956CB2D6680}"/>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8" name="Footer Placeholder 7">
            <a:extLst>
              <a:ext uri="{FF2B5EF4-FFF2-40B4-BE49-F238E27FC236}">
                <a16:creationId xmlns:a16="http://schemas.microsoft.com/office/drawing/2014/main" id="{B26199DC-DB1B-0D75-75EF-F71C9A604B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9420FA-F17B-9808-6584-757AB4F7CB93}"/>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2023479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708F6-D56C-50D8-88F5-B0AADEB9B7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7A5010-A776-D58E-ECA2-D27A4F1560B6}"/>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4" name="Footer Placeholder 3">
            <a:extLst>
              <a:ext uri="{FF2B5EF4-FFF2-40B4-BE49-F238E27FC236}">
                <a16:creationId xmlns:a16="http://schemas.microsoft.com/office/drawing/2014/main" id="{7010D454-DE66-9A40-5435-75A04858C3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B177F7-5D84-913B-059F-58E0D2082398}"/>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369607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C4E5BC-CCD2-212B-646B-7AAFF4049CFB}"/>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3" name="Footer Placeholder 2">
            <a:extLst>
              <a:ext uri="{FF2B5EF4-FFF2-40B4-BE49-F238E27FC236}">
                <a16:creationId xmlns:a16="http://schemas.microsoft.com/office/drawing/2014/main" id="{F853C50F-7DF1-433A-CCB9-AD6A497EB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6529C3-DCBA-8C05-E587-E0D4BF08143E}"/>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1429649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8FCAD-36AD-1BF8-CEAB-13EDAFD762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F3DFA1-39F3-B56D-776B-F6DEB491C7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393050-DF9E-4874-4309-FDFFCFBC12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2F18A8-1AA6-61A5-0824-7ED6699312B3}"/>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6" name="Footer Placeholder 5">
            <a:extLst>
              <a:ext uri="{FF2B5EF4-FFF2-40B4-BE49-F238E27FC236}">
                <a16:creationId xmlns:a16="http://schemas.microsoft.com/office/drawing/2014/main" id="{AEBF6CFF-DD2F-DD89-2A17-131C1EB1E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4E04E-50EE-B4DB-1998-557323183164}"/>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3897277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EAE9A-9E44-7E6B-06D3-2BC79732F8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4C217E-DD07-CBF2-6B75-875953F8B6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371B7A-2C70-A745-2D13-8362E2440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8E272C-1457-477A-ABFF-1AAD90698C8D}"/>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6" name="Footer Placeholder 5">
            <a:extLst>
              <a:ext uri="{FF2B5EF4-FFF2-40B4-BE49-F238E27FC236}">
                <a16:creationId xmlns:a16="http://schemas.microsoft.com/office/drawing/2014/main" id="{9E6C08DA-1F69-9ACC-7306-715E3DB59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8D4F6-7256-D15B-AF6E-4C929C001545}"/>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3301885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7747-AC07-29CC-DBB8-1A6ABD5FEE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6F35C2-33A0-702C-48DB-0E6975321A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4876D4-0FC2-87CA-B98A-155005F9F5B8}"/>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5" name="Footer Placeholder 4">
            <a:extLst>
              <a:ext uri="{FF2B5EF4-FFF2-40B4-BE49-F238E27FC236}">
                <a16:creationId xmlns:a16="http://schemas.microsoft.com/office/drawing/2014/main" id="{53EA2615-7657-5A0A-2FF5-6B86597032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19D25-4831-CF70-56B9-57C50DF87DD5}"/>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408961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1F2A8A-A956-429C-34B2-17F735D153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D9527C-2FD5-249D-0201-9B440791B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ACF5D9-C3EC-6004-010E-2CCE96CDD56F}"/>
              </a:ext>
            </a:extLst>
          </p:cNvPr>
          <p:cNvSpPr>
            <a:spLocks noGrp="1"/>
          </p:cNvSpPr>
          <p:nvPr>
            <p:ph type="dt" sz="half" idx="10"/>
          </p:nvPr>
        </p:nvSpPr>
        <p:spPr/>
        <p:txBody>
          <a:bodyPr/>
          <a:lstStyle/>
          <a:p>
            <a:fld id="{FDD0199C-CB3B-465B-BC53-AD5D603B3CB9}" type="datetimeFigureOut">
              <a:rPr lang="en-US" smtClean="0"/>
              <a:t>4/1/2026</a:t>
            </a:fld>
            <a:endParaRPr lang="en-US"/>
          </a:p>
        </p:txBody>
      </p:sp>
      <p:sp>
        <p:nvSpPr>
          <p:cNvPr id="5" name="Footer Placeholder 4">
            <a:extLst>
              <a:ext uri="{FF2B5EF4-FFF2-40B4-BE49-F238E27FC236}">
                <a16:creationId xmlns:a16="http://schemas.microsoft.com/office/drawing/2014/main" id="{16680830-2C74-65D5-EA6F-2399665D1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2760F-10EF-37F5-D519-B3C056CF4DBD}"/>
              </a:ext>
            </a:extLst>
          </p:cNvPr>
          <p:cNvSpPr>
            <a:spLocks noGrp="1"/>
          </p:cNvSpPr>
          <p:nvPr>
            <p:ph type="sldNum" sz="quarter" idx="12"/>
          </p:nvPr>
        </p:nvSpPr>
        <p:spPr/>
        <p:txBody>
          <a:bodyPr/>
          <a:lstStyle/>
          <a:p>
            <a:fld id="{FE1DEADF-017D-4206-9A39-81ED72089A03}" type="slidenum">
              <a:rPr lang="en-US" smtClean="0"/>
              <a:t>‹#›</a:t>
            </a:fld>
            <a:endParaRPr lang="en-US"/>
          </a:p>
        </p:txBody>
      </p:sp>
    </p:spTree>
    <p:extLst>
      <p:ext uri="{BB962C8B-B14F-4D97-AF65-F5344CB8AC3E}">
        <p14:creationId xmlns:p14="http://schemas.microsoft.com/office/powerpoint/2010/main" val="965296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048604"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chemeClr val="hlink"/>
                </a:solidFill>
                <a:latin typeface="Microsoft JhengHei"/>
                <a:cs typeface="Microsoft JhengHei"/>
              </a:defRPr>
            </a:lvl1pPr>
          </a:lstStyle>
          <a:p>
            <a:endParaRPr/>
          </a:p>
        </p:txBody>
      </p:sp>
      <p:sp>
        <p:nvSpPr>
          <p:cNvPr id="1048605" name="Holder 3"/>
          <p:cNvSpPr>
            <a:spLocks noGrp="1"/>
          </p:cNvSpPr>
          <p:nvPr>
            <p:ph type="subTitle" idx="4"/>
          </p:nvPr>
        </p:nvSpPr>
        <p:spPr>
          <a:xfrm>
            <a:off x="1828800" y="3840480"/>
            <a:ext cx="8534400" cy="1714500"/>
          </a:xfrm>
          <a:prstGeom prst="rect">
            <a:avLst/>
          </a:prstGeom>
        </p:spPr>
        <p:txBody>
          <a:bodyPr wrap="square" lIns="0" tIns="0" rIns="0" bIns="0">
            <a:spAutoFit/>
          </a:bodyPr>
          <a:lstStyle/>
          <a:p>
            <a:endParaRPr/>
          </a:p>
        </p:txBody>
      </p:sp>
      <p:sp>
        <p:nvSpPr>
          <p:cNvPr id="1048606"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07"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1048608"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18061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3" name="Holder 2"/>
          <p:cNvSpPr>
            <a:spLocks noGrp="1"/>
          </p:cNvSpPr>
          <p:nvPr>
            <p:ph type="title"/>
          </p:nvPr>
        </p:nvSpPr>
        <p:spPr/>
        <p:txBody>
          <a:bodyPr lIns="0" tIns="0" rIns="0" bIns="0"/>
          <a:lstStyle>
            <a:lvl1pPr>
              <a:defRPr sz="2800" b="1" i="0">
                <a:solidFill>
                  <a:schemeClr val="hlink"/>
                </a:solidFill>
                <a:latin typeface="Microsoft JhengHei"/>
                <a:cs typeface="Microsoft JhengHei"/>
              </a:defRPr>
            </a:lvl1pPr>
          </a:lstStyle>
          <a:p>
            <a:endParaRPr/>
          </a:p>
        </p:txBody>
      </p:sp>
      <p:sp>
        <p:nvSpPr>
          <p:cNvPr id="1048584" name="Holder 3"/>
          <p:cNvSpPr>
            <a:spLocks noGrp="1"/>
          </p:cNvSpPr>
          <p:nvPr>
            <p:ph type="body" idx="1"/>
          </p:nvPr>
        </p:nvSpPr>
        <p:spPr/>
        <p:txBody>
          <a:bodyPr lIns="0" tIns="0" rIns="0" bIns="0"/>
          <a:lstStyle/>
          <a:p>
            <a:endParaRPr/>
          </a:p>
        </p:txBody>
      </p:sp>
      <p:sp>
        <p:nvSpPr>
          <p:cNvPr id="1048585"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86"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1048587"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292749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048609" name="Holder 2"/>
          <p:cNvSpPr>
            <a:spLocks noGrp="1"/>
          </p:cNvSpPr>
          <p:nvPr>
            <p:ph type="title"/>
          </p:nvPr>
        </p:nvSpPr>
        <p:spPr/>
        <p:txBody>
          <a:bodyPr lIns="0" tIns="0" rIns="0" bIns="0"/>
          <a:lstStyle>
            <a:lvl1pPr>
              <a:defRPr sz="2800" b="1" i="0">
                <a:solidFill>
                  <a:schemeClr val="hlink"/>
                </a:solidFill>
                <a:latin typeface="Microsoft JhengHei"/>
                <a:cs typeface="Microsoft JhengHei"/>
              </a:defRPr>
            </a:lvl1pPr>
          </a:lstStyle>
          <a:p>
            <a:endParaRPr/>
          </a:p>
        </p:txBody>
      </p:sp>
      <p:sp>
        <p:nvSpPr>
          <p:cNvPr id="1048610" name="Holder 3"/>
          <p:cNvSpPr>
            <a:spLocks noGrp="1"/>
          </p:cNvSpPr>
          <p:nvPr>
            <p:ph sz="half" idx="2"/>
          </p:nvPr>
        </p:nvSpPr>
        <p:spPr>
          <a:xfrm>
            <a:off x="609600" y="1577340"/>
            <a:ext cx="5303520" cy="4526280"/>
          </a:xfrm>
          <a:prstGeom prst="rect">
            <a:avLst/>
          </a:prstGeom>
        </p:spPr>
        <p:txBody>
          <a:bodyPr wrap="square" lIns="0" tIns="0" rIns="0" bIns="0">
            <a:spAutoFit/>
          </a:bodyPr>
          <a:lstStyle/>
          <a:p>
            <a:endParaRPr/>
          </a:p>
        </p:txBody>
      </p:sp>
      <p:sp>
        <p:nvSpPr>
          <p:cNvPr id="1048611" name="Holder 4"/>
          <p:cNvSpPr>
            <a:spLocks noGrp="1"/>
          </p:cNvSpPr>
          <p:nvPr>
            <p:ph sz="half" idx="3"/>
          </p:nvPr>
        </p:nvSpPr>
        <p:spPr>
          <a:xfrm>
            <a:off x="6278880" y="1577340"/>
            <a:ext cx="5303520" cy="4526280"/>
          </a:xfrm>
          <a:prstGeom prst="rect">
            <a:avLst/>
          </a:prstGeom>
        </p:spPr>
        <p:txBody>
          <a:bodyPr wrap="square" lIns="0" tIns="0" rIns="0" bIns="0">
            <a:spAutoFit/>
          </a:bodyPr>
          <a:lstStyle/>
          <a:p>
            <a:endParaRPr/>
          </a:p>
        </p:txBody>
      </p:sp>
      <p:sp>
        <p:nvSpPr>
          <p:cNvPr id="1048612"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13"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1048614"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78201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1048615" name="Holder 2"/>
          <p:cNvSpPr>
            <a:spLocks noGrp="1"/>
          </p:cNvSpPr>
          <p:nvPr>
            <p:ph type="title"/>
          </p:nvPr>
        </p:nvSpPr>
        <p:spPr/>
        <p:txBody>
          <a:bodyPr lIns="0" tIns="0" rIns="0" bIns="0"/>
          <a:lstStyle>
            <a:lvl1pPr>
              <a:defRPr sz="2800" b="1" i="0">
                <a:solidFill>
                  <a:schemeClr val="hlink"/>
                </a:solidFill>
                <a:latin typeface="Microsoft JhengHei"/>
                <a:cs typeface="Microsoft JhengHei"/>
              </a:defRPr>
            </a:lvl1pPr>
          </a:lstStyle>
          <a:p>
            <a:endParaRPr/>
          </a:p>
        </p:txBody>
      </p:sp>
      <p:sp>
        <p:nvSpPr>
          <p:cNvPr id="1048616"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17"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1048618"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24130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1048619"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20"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1048621"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75841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8A72B0-CA6D-BFD3-B6B0-4014BB6245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5A8993-90EE-85DF-52B1-FC26AE7D33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AA0DDB-147D-B0B2-2650-D2352E7777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0199C-CB3B-465B-BC53-AD5D603B3CB9}" type="datetimeFigureOut">
              <a:rPr lang="en-US" smtClean="0"/>
              <a:t>4/1/2026</a:t>
            </a:fld>
            <a:endParaRPr lang="en-US"/>
          </a:p>
        </p:txBody>
      </p:sp>
      <p:sp>
        <p:nvSpPr>
          <p:cNvPr id="5" name="Footer Placeholder 4">
            <a:extLst>
              <a:ext uri="{FF2B5EF4-FFF2-40B4-BE49-F238E27FC236}">
                <a16:creationId xmlns:a16="http://schemas.microsoft.com/office/drawing/2014/main" id="{2ADFD72B-2608-43CE-A922-3BBD053831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69E598-8599-4428-012D-4ACA84BEBA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DEADF-017D-4206-9A39-81ED72089A03}" type="slidenum">
              <a:rPr lang="en-US" smtClean="0"/>
              <a:t>‹#›</a:t>
            </a:fld>
            <a:endParaRPr lang="en-US"/>
          </a:p>
        </p:txBody>
      </p:sp>
    </p:spTree>
    <p:extLst>
      <p:ext uri="{BB962C8B-B14F-4D97-AF65-F5344CB8AC3E}">
        <p14:creationId xmlns:p14="http://schemas.microsoft.com/office/powerpoint/2010/main" val="488773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bg object 16"/>
          <p:cNvSpPr/>
          <p:nvPr/>
        </p:nvSpPr>
        <p:spPr>
          <a:xfrm>
            <a:off x="10160000" y="1362455"/>
            <a:ext cx="2032000" cy="5495925"/>
          </a:xfrm>
          <a:custGeom>
            <a:avLst/>
            <a:gdLst/>
            <a:ahLst/>
            <a:cxnLst/>
            <a:rect l="l" t="t" r="r" b="b"/>
            <a:pathLst>
              <a:path w="2032000" h="5495925">
                <a:moveTo>
                  <a:pt x="2032000" y="0"/>
                </a:moveTo>
                <a:lnTo>
                  <a:pt x="0" y="0"/>
                </a:lnTo>
                <a:lnTo>
                  <a:pt x="0" y="2747772"/>
                </a:lnTo>
                <a:lnTo>
                  <a:pt x="0" y="5495544"/>
                </a:lnTo>
                <a:lnTo>
                  <a:pt x="2032000" y="5495544"/>
                </a:lnTo>
                <a:lnTo>
                  <a:pt x="2032000" y="2747772"/>
                </a:lnTo>
                <a:lnTo>
                  <a:pt x="2032000" y="0"/>
                </a:lnTo>
                <a:close/>
              </a:path>
            </a:pathLst>
          </a:custGeom>
          <a:solidFill>
            <a:srgbClr val="FFFF00"/>
          </a:solidFill>
        </p:spPr>
        <p:txBody>
          <a:bodyPr wrap="square" lIns="0" tIns="0" rIns="0" bIns="0" rtlCol="0"/>
          <a:lstStyle/>
          <a:p>
            <a:endParaRPr/>
          </a:p>
        </p:txBody>
      </p:sp>
      <p:sp>
        <p:nvSpPr>
          <p:cNvPr id="1048577" name="bg object 17"/>
          <p:cNvSpPr/>
          <p:nvPr/>
        </p:nvSpPr>
        <p:spPr>
          <a:xfrm>
            <a:off x="7599044" y="1362583"/>
            <a:ext cx="12700" cy="5495925"/>
          </a:xfrm>
          <a:custGeom>
            <a:avLst/>
            <a:gdLst/>
            <a:ahLst/>
            <a:cxnLst/>
            <a:rect l="l" t="t" r="r" b="b"/>
            <a:pathLst>
              <a:path w="12700" h="5495925">
                <a:moveTo>
                  <a:pt x="12700" y="0"/>
                </a:moveTo>
                <a:lnTo>
                  <a:pt x="0" y="0"/>
                </a:lnTo>
                <a:lnTo>
                  <a:pt x="0" y="5495417"/>
                </a:lnTo>
                <a:lnTo>
                  <a:pt x="12700" y="5495417"/>
                </a:lnTo>
                <a:lnTo>
                  <a:pt x="12700" y="0"/>
                </a:lnTo>
                <a:close/>
              </a:path>
            </a:pathLst>
          </a:custGeom>
          <a:solidFill>
            <a:srgbClr val="000000"/>
          </a:solidFill>
        </p:spPr>
        <p:txBody>
          <a:bodyPr wrap="square" lIns="0" tIns="0" rIns="0" bIns="0" rtlCol="0"/>
          <a:lstStyle/>
          <a:p>
            <a:endParaRPr/>
          </a:p>
        </p:txBody>
      </p:sp>
      <p:sp>
        <p:nvSpPr>
          <p:cNvPr id="1048578" name="Holder 2"/>
          <p:cNvSpPr>
            <a:spLocks noGrp="1"/>
          </p:cNvSpPr>
          <p:nvPr>
            <p:ph type="title"/>
          </p:nvPr>
        </p:nvSpPr>
        <p:spPr>
          <a:xfrm>
            <a:off x="78739" y="55829"/>
            <a:ext cx="5481955" cy="452120"/>
          </a:xfrm>
          <a:prstGeom prst="rect">
            <a:avLst/>
          </a:prstGeom>
        </p:spPr>
        <p:txBody>
          <a:bodyPr wrap="square" lIns="0" tIns="0" rIns="0" bIns="0">
            <a:spAutoFit/>
          </a:bodyPr>
          <a:lstStyle>
            <a:lvl1pPr>
              <a:defRPr sz="2800" b="1" i="0">
                <a:solidFill>
                  <a:schemeClr val="hlink"/>
                </a:solidFill>
                <a:latin typeface="Microsoft JhengHei"/>
                <a:cs typeface="Microsoft JhengHei"/>
              </a:defRPr>
            </a:lvl1pPr>
          </a:lstStyle>
          <a:p>
            <a:endParaRPr/>
          </a:p>
        </p:txBody>
      </p:sp>
      <p:sp>
        <p:nvSpPr>
          <p:cNvPr id="1048579" name="Holder 3"/>
          <p:cNvSpPr>
            <a:spLocks noGrp="1"/>
          </p:cNvSpPr>
          <p:nvPr>
            <p:ph type="body" idx="1"/>
          </p:nvPr>
        </p:nvSpPr>
        <p:spPr>
          <a:xfrm>
            <a:off x="609600" y="1577340"/>
            <a:ext cx="10972800" cy="4526280"/>
          </a:xfrm>
          <a:prstGeom prst="rect">
            <a:avLst/>
          </a:prstGeom>
        </p:spPr>
        <p:txBody>
          <a:bodyPr wrap="square" lIns="0" tIns="0" rIns="0" bIns="0">
            <a:spAutoFit/>
          </a:bodyPr>
          <a:lstStyle/>
          <a:p>
            <a:endParaRPr/>
          </a:p>
        </p:txBody>
      </p:sp>
      <p:sp>
        <p:nvSpPr>
          <p:cNvPr id="1048580"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1048581"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4/1/2026</a:t>
            </a:fld>
            <a:endParaRPr lang="en-US"/>
          </a:p>
        </p:txBody>
      </p:sp>
      <p:sp>
        <p:nvSpPr>
          <p:cNvPr id="1048582"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78387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644B10F0-A28E-16E1-F4AB-5C99578F7CEB}"/>
              </a:ext>
            </a:extLst>
          </p:cNvPr>
          <p:cNvSpPr txBox="1">
            <a:spLocks/>
          </p:cNvSpPr>
          <p:nvPr/>
        </p:nvSpPr>
        <p:spPr>
          <a:xfrm>
            <a:off x="78739" y="24511"/>
            <a:ext cx="6720205" cy="452120"/>
          </a:xfrm>
          <a:prstGeom prst="rect">
            <a:avLst/>
          </a:prstGeom>
        </p:spPr>
        <p:txBody>
          <a:bodyPr vert="horz" wrap="square" lIns="0" tIns="12065" rIns="0" bIns="0" rtlCol="0">
            <a:spAutoFit/>
          </a:bodyPr>
          <a:lstStyle>
            <a:lvl1pPr>
              <a:defRPr sz="2800" b="1" i="0">
                <a:solidFill>
                  <a:schemeClr val="hlink"/>
                </a:solidFill>
                <a:latin typeface="Microsoft JhengHei"/>
                <a:ea typeface="+mj-ea"/>
                <a:cs typeface="Microsoft JhengHei"/>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lang="en-US" altLang="zh-TW" kern="0" spc="-10" dirty="0">
                <a:solidFill>
                  <a:srgbClr val="0000FF"/>
                </a:solidFill>
                <a:ea typeface="新細明體" panose="02020500000000000000" pitchFamily="18" charset="-120"/>
              </a:rPr>
              <a:t>1</a:t>
            </a:r>
            <a:r>
              <a:rPr kumimoji="0" lang="en-US" altLang="zh-TW" sz="2800" b="1" i="0" u="none" strike="noStrike" kern="0" cap="none" spc="-40" normalizeH="0" baseline="0" noProof="0" dirty="0">
                <a:ln>
                  <a:noFill/>
                </a:ln>
                <a:solidFill>
                  <a:srgbClr val="0000FF"/>
                </a:solidFill>
                <a:effectLst/>
                <a:uLnTx/>
                <a:uFillTx/>
                <a:latin typeface="Microsoft JhengHei"/>
                <a:ea typeface="新細明體" panose="02020500000000000000" pitchFamily="18" charset="-120"/>
              </a:rPr>
              <a:t>.</a:t>
            </a:r>
            <a:r>
              <a:rPr kumimoji="0" lang="zh-TW" altLang="en-US" sz="2800" b="1" i="0" u="none" strike="noStrike" kern="0" cap="none" spc="-40" normalizeH="0" baseline="0" noProof="0" dirty="0">
                <a:ln>
                  <a:noFill/>
                </a:ln>
                <a:solidFill>
                  <a:srgbClr val="0000FF"/>
                </a:solidFill>
                <a:effectLst/>
                <a:uLnTx/>
                <a:uFillTx/>
                <a:latin typeface="Microsoft JhengHei"/>
                <a:ea typeface="新細明體" panose="02020500000000000000" pitchFamily="18" charset="-120"/>
              </a:rPr>
              <a:t>作業監控需求評估：開發週期與資源評估</a:t>
            </a:r>
          </a:p>
        </p:txBody>
      </p:sp>
      <p:sp>
        <p:nvSpPr>
          <p:cNvPr id="9" name="object 3">
            <a:extLst>
              <a:ext uri="{FF2B5EF4-FFF2-40B4-BE49-F238E27FC236}">
                <a16:creationId xmlns:a16="http://schemas.microsoft.com/office/drawing/2014/main" id="{EE96085D-8178-8B5E-23BB-D45AFB4814A0}"/>
              </a:ext>
            </a:extLst>
          </p:cNvPr>
          <p:cNvSpPr txBox="1"/>
          <p:nvPr/>
        </p:nvSpPr>
        <p:spPr>
          <a:xfrm>
            <a:off x="536752" y="436219"/>
            <a:ext cx="11463020" cy="5101461"/>
          </a:xfrm>
          <a:prstGeom prst="rect">
            <a:avLst/>
          </a:prstGeom>
        </p:spPr>
        <p:txBody>
          <a:bodyPr vert="horz" wrap="square" lIns="0" tIns="80010" rIns="0" bIns="0" rtlCol="0">
            <a:spAutoFit/>
          </a:bodyPr>
          <a:lstStyle/>
          <a:p>
            <a:pPr marL="526415" marR="0" lvl="0" indent="0" defTabSz="914400" eaLnBrk="1" fontAlgn="auto" latinLnBrk="0" hangingPunct="1">
              <a:lnSpc>
                <a:spcPct val="100000"/>
              </a:lnSpc>
              <a:spcBef>
                <a:spcPts val="630"/>
              </a:spcBef>
              <a:spcAft>
                <a:spcPts val="0"/>
              </a:spcAft>
              <a:buClrTx/>
              <a:buSzTx/>
              <a:buFontTx/>
              <a:buNone/>
              <a:tabLst/>
              <a:defRPr/>
            </a:pPr>
            <a:r>
              <a:rPr kumimoji="0" sz="1300" b="1" i="0" u="none" strike="noStrike" kern="0" cap="none" spc="0" normalizeH="0" baseline="0" noProof="0" dirty="0">
                <a:ln>
                  <a:noFill/>
                </a:ln>
                <a:solidFill>
                  <a:sysClr val="windowText" lastClr="000000"/>
                </a:solidFill>
                <a:effectLst/>
                <a:uLnTx/>
                <a:uFillTx/>
                <a:latin typeface="Microsoft JhengHei"/>
                <a:cs typeface="Microsoft JhengHei"/>
              </a:rPr>
              <a:t>A</a:t>
            </a:r>
            <a:r>
              <a:rPr kumimoji="0" sz="1300" b="1" i="0" u="none" strike="noStrike" kern="0" cap="none" spc="-5" normalizeH="0" baseline="0" noProof="0" dirty="0">
                <a:ln>
                  <a:noFill/>
                </a:ln>
                <a:solidFill>
                  <a:sysClr val="windowText" lastClr="000000"/>
                </a:solidFill>
                <a:effectLst/>
                <a:uLnTx/>
                <a:uFillTx/>
                <a:latin typeface="Microsoft JhengHei"/>
                <a:cs typeface="Microsoft JhengHei"/>
              </a:rPr>
              <a:t>. 總開發時間估計</a:t>
            </a:r>
            <a:r>
              <a:rPr kumimoji="0" sz="1300" b="1" i="0" u="none" strike="noStrike" kern="0" cap="none" spc="0" normalizeH="0" baseline="0" noProof="0" dirty="0">
                <a:ln>
                  <a:noFill/>
                </a:ln>
                <a:solidFill>
                  <a:sysClr val="windowText" lastClr="000000"/>
                </a:solidFill>
                <a:effectLst/>
                <a:uLnTx/>
                <a:uFillTx/>
                <a:latin typeface="Microsoft JhengHei"/>
                <a:cs typeface="Microsoft JhengHei"/>
              </a:rPr>
              <a:t>（按</a:t>
            </a:r>
            <a:r>
              <a:rPr kumimoji="0" lang="en-US" sz="1300" b="1" i="0" u="none" strike="noStrike" kern="0" cap="none" spc="-10" normalizeH="0" baseline="0" noProof="0" dirty="0">
                <a:ln>
                  <a:noFill/>
                </a:ln>
                <a:solidFill>
                  <a:srgbClr val="3399FF"/>
                </a:solidFill>
                <a:effectLst/>
                <a:uLnTx/>
                <a:uFillTx/>
                <a:latin typeface="Microsoft JhengHei"/>
                <a:cs typeface="Microsoft JhengHei"/>
              </a:rPr>
              <a:t>下方</a:t>
            </a:r>
            <a:r>
              <a:rPr kumimoji="0" lang="en-US" altLang="en-US" sz="1300" b="1" i="0" u="none" strike="noStrike" kern="0" cap="none" spc="-10" normalizeH="0" baseline="0" noProof="0" dirty="0">
                <a:ln>
                  <a:noFill/>
                </a:ln>
                <a:solidFill>
                  <a:srgbClr val="3399FF"/>
                </a:solidFill>
                <a:effectLst/>
                <a:uLnTx/>
                <a:uFillTx/>
                <a:latin typeface="Microsoft JhengHei"/>
                <a:cs typeface="Microsoft JhengHei"/>
              </a:rPr>
              <a:t>所列人力资源</a:t>
            </a:r>
            <a:r>
              <a:rPr kumimoji="0" sz="1300" b="1" i="0" u="none" strike="noStrike" kern="0" cap="none" spc="-15" normalizeH="0" baseline="0" noProof="0" dirty="0">
                <a:ln>
                  <a:noFill/>
                </a:ln>
                <a:solidFill>
                  <a:sysClr val="windowText" lastClr="000000"/>
                </a:solidFill>
                <a:effectLst/>
                <a:uLnTx/>
                <a:uFillTx/>
                <a:latin typeface="Microsoft JhengHei"/>
                <a:cs typeface="Microsoft JhengHei"/>
              </a:rPr>
              <a:t>工程師評估</a:t>
            </a:r>
            <a:r>
              <a:rPr kumimoji="0" sz="1300" b="1" i="0" u="none" strike="noStrike" kern="0" cap="none" spc="-25" normalizeH="0" baseline="0" noProof="0" dirty="0">
                <a:ln>
                  <a:noFill/>
                </a:ln>
                <a:solidFill>
                  <a:sysClr val="windowText" lastClr="000000"/>
                </a:solidFill>
                <a:effectLst/>
                <a:uLnTx/>
                <a:uFillTx/>
                <a:latin typeface="Microsoft JhengHei"/>
                <a:cs typeface="Microsoft JhengHei"/>
              </a:rPr>
              <a:t>）：</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670560" marR="0" lvl="0" indent="-146050" defTabSz="914400" eaLnBrk="1" fontAlgn="auto" latinLnBrk="0" hangingPunct="1">
              <a:lnSpc>
                <a:spcPct val="100000"/>
              </a:lnSpc>
              <a:spcBef>
                <a:spcPts val="530"/>
              </a:spcBef>
              <a:spcAft>
                <a:spcPts val="0"/>
              </a:spcAft>
              <a:buClrTx/>
              <a:buSzPct val="92857"/>
              <a:buFontTx/>
              <a:buAutoNum type="arabicPeriod"/>
              <a:tabLst>
                <a:tab pos="670560" algn="l"/>
              </a:tabLst>
              <a:defRPr/>
            </a:pP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準確率</a:t>
            </a:r>
            <a:r>
              <a:rPr kumimoji="0" lang="en-US" sz="1300" b="0" i="0" u="none" strike="noStrike" kern="0" cap="none" spc="0" normalizeH="0" baseline="0" noProof="0" dirty="0">
                <a:ln>
                  <a:noFill/>
                </a:ln>
                <a:solidFill>
                  <a:prstClr val="black"/>
                </a:solidFill>
                <a:effectLst/>
                <a:uLnTx/>
                <a:uFillTx/>
                <a:latin typeface="Microsoft JhengHei"/>
                <a:cs typeface="Microsoft JhengHei"/>
              </a:rPr>
              <a:t>6</a:t>
            </a:r>
            <a:r>
              <a:rPr kumimoji="0" sz="1300" b="0" i="0" u="none" strike="noStrike" kern="0" cap="none" spc="0" normalizeH="0" baseline="0" noProof="0" dirty="0">
                <a:ln>
                  <a:noFill/>
                </a:ln>
                <a:solidFill>
                  <a:prstClr val="black"/>
                </a:solidFill>
                <a:effectLst/>
                <a:uLnTx/>
                <a:uFillTx/>
                <a:latin typeface="Microsoft JhengHei"/>
                <a:cs typeface="Microsoft JhengHei"/>
              </a:rPr>
              <a:t>0%</a:t>
            </a:r>
            <a:r>
              <a:rPr kumimoji="0" sz="1300" b="0" i="0" u="none" strike="noStrike" kern="0" cap="none" spc="-5" normalizeH="0" baseline="0" noProof="0" dirty="0">
                <a:ln>
                  <a:noFill/>
                </a:ln>
                <a:solidFill>
                  <a:sysClr val="windowText" lastClr="000000"/>
                </a:solidFill>
                <a:effectLst/>
                <a:uLnTx/>
                <a:uFillTx/>
                <a:latin typeface="Microsoft JhengHei"/>
                <a:cs typeface="Microsoft JhengHei"/>
              </a:rPr>
              <a:t>階段：</a:t>
            </a:r>
            <a:r>
              <a:rPr kumimoji="0" lang="en-US" sz="1300" b="1" i="0" u="none" strike="noStrike" kern="0" cap="none" spc="-10" normalizeH="0" baseline="0" noProof="0" dirty="0">
                <a:ln>
                  <a:noFill/>
                </a:ln>
                <a:solidFill>
                  <a:srgbClr val="FF0000"/>
                </a:solidFill>
                <a:effectLst/>
                <a:uLnTx/>
                <a:uFillTx/>
                <a:latin typeface="Microsoft JhengHei"/>
                <a:cs typeface="Microsoft JhengHei"/>
              </a:rPr>
              <a:t>1</a:t>
            </a:r>
            <a:r>
              <a:rPr kumimoji="0" sz="1300" b="1" i="0" u="none" strike="noStrike" kern="0" cap="none" spc="-25" normalizeH="0" baseline="0" noProof="0" dirty="0">
                <a:ln>
                  <a:noFill/>
                </a:ln>
                <a:solidFill>
                  <a:srgbClr val="FF0000"/>
                </a:solidFill>
                <a:effectLst/>
                <a:uLnTx/>
                <a:uFillTx/>
                <a:latin typeface="Microsoft JhengHei"/>
                <a:cs typeface="Microsoft JhengHei"/>
              </a:rPr>
              <a:t>個月</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670560" marR="0" lvl="0" indent="-146050" defTabSz="914400" eaLnBrk="1" fontAlgn="auto" latinLnBrk="0" hangingPunct="1">
              <a:lnSpc>
                <a:spcPct val="100000"/>
              </a:lnSpc>
              <a:spcBef>
                <a:spcPts val="540"/>
              </a:spcBef>
              <a:spcAft>
                <a:spcPts val="0"/>
              </a:spcAft>
              <a:buClrTx/>
              <a:buSzPct val="92857"/>
              <a:buFontTx/>
              <a:buAutoNum type="arabicPeriod"/>
              <a:tabLst>
                <a:tab pos="670560" algn="l"/>
              </a:tabLst>
              <a:defRPr/>
            </a:pP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準確率85%階段：</a:t>
            </a:r>
            <a:r>
              <a:rPr kumimoji="0" lang="en-US" sz="1300" b="0" i="0" u="none" strike="noStrike" kern="0" cap="none" spc="0" normalizeH="0" baseline="0" noProof="0" dirty="0">
                <a:ln>
                  <a:noFill/>
                </a:ln>
                <a:solidFill>
                  <a:sysClr val="windowText" lastClr="000000"/>
                </a:solidFill>
                <a:effectLst/>
                <a:uLnTx/>
                <a:uFillTx/>
                <a:latin typeface="Microsoft JhengHei"/>
                <a:cs typeface="Microsoft JhengHei"/>
              </a:rPr>
              <a:t>2</a:t>
            </a:r>
            <a:r>
              <a:rPr kumimoji="0" sz="1300" b="0" i="0" u="none" strike="noStrike" kern="0" cap="none" spc="-25" normalizeH="0" baseline="0" noProof="0" dirty="0">
                <a:ln>
                  <a:noFill/>
                </a:ln>
                <a:solidFill>
                  <a:sysClr val="windowText" lastClr="000000"/>
                </a:solidFill>
                <a:effectLst/>
                <a:uLnTx/>
                <a:uFillTx/>
                <a:latin typeface="Microsoft JhengHei"/>
                <a:cs typeface="Microsoft JhengHei"/>
              </a:rPr>
              <a:t>個月</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670560" marR="0" lvl="0" indent="-146050" defTabSz="914400" eaLnBrk="1" fontAlgn="auto" latinLnBrk="0" hangingPunct="1">
              <a:lnSpc>
                <a:spcPct val="100000"/>
              </a:lnSpc>
              <a:spcBef>
                <a:spcPts val="540"/>
              </a:spcBef>
              <a:spcAft>
                <a:spcPts val="0"/>
              </a:spcAft>
              <a:buClrTx/>
              <a:buSzPct val="92857"/>
              <a:buFontTx/>
              <a:buAutoNum type="arabicPeriod"/>
              <a:tabLst>
                <a:tab pos="670560" algn="l"/>
              </a:tabLst>
              <a:defRPr/>
            </a:pP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準確率95%階段：</a:t>
            </a:r>
            <a:r>
              <a:rPr kumimoji="0" lang="en-US" sz="1300" b="0" i="0" u="none" strike="noStrike" kern="0" cap="none" spc="0" normalizeH="0" baseline="0" noProof="0" dirty="0">
                <a:ln>
                  <a:noFill/>
                </a:ln>
                <a:solidFill>
                  <a:sysClr val="windowText" lastClr="000000"/>
                </a:solidFill>
                <a:effectLst/>
                <a:uLnTx/>
                <a:uFillTx/>
                <a:latin typeface="Microsoft JhengHei"/>
                <a:cs typeface="Microsoft JhengHei"/>
              </a:rPr>
              <a:t>3</a:t>
            </a:r>
            <a:r>
              <a:rPr kumimoji="0" sz="1300" b="0" i="0" u="none" strike="noStrike" kern="0" cap="none" spc="-25" normalizeH="0" baseline="0" noProof="0" dirty="0">
                <a:ln>
                  <a:noFill/>
                </a:ln>
                <a:solidFill>
                  <a:sysClr val="windowText" lastClr="000000"/>
                </a:solidFill>
                <a:effectLst/>
                <a:uLnTx/>
                <a:uFillTx/>
                <a:latin typeface="Microsoft JhengHei"/>
                <a:cs typeface="Microsoft JhengHei"/>
              </a:rPr>
              <a:t>個月</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670560" marR="0" lvl="0" indent="-146050" defTabSz="914400" eaLnBrk="1" fontAlgn="auto" latinLnBrk="0" hangingPunct="1">
              <a:lnSpc>
                <a:spcPct val="100000"/>
              </a:lnSpc>
              <a:spcBef>
                <a:spcPts val="540"/>
              </a:spcBef>
              <a:spcAft>
                <a:spcPts val="0"/>
              </a:spcAft>
              <a:buClrTx/>
              <a:buSzPct val="92857"/>
              <a:buFontTx/>
              <a:buAutoNum type="arabicPeriod"/>
              <a:tabLst>
                <a:tab pos="670560" algn="l"/>
              </a:tabLst>
              <a:defRPr/>
            </a:pP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準確率99%階段：</a:t>
            </a:r>
            <a:r>
              <a:rPr kumimoji="0" lang="en-US" sz="1300" b="0" i="0" u="none" strike="noStrike" kern="0" cap="none" spc="0" normalizeH="0" baseline="0" noProof="0" dirty="0">
                <a:ln>
                  <a:noFill/>
                </a:ln>
                <a:solidFill>
                  <a:sysClr val="windowText" lastClr="000000"/>
                </a:solidFill>
                <a:effectLst/>
                <a:uLnTx/>
                <a:uFillTx/>
                <a:latin typeface="Microsoft JhengHei"/>
                <a:cs typeface="Microsoft JhengHei"/>
              </a:rPr>
              <a:t>6</a:t>
            </a:r>
            <a:r>
              <a:rPr kumimoji="0" sz="1300" b="0" i="0" u="none" strike="noStrike" kern="0" cap="none" spc="-35" normalizeH="0" baseline="0" noProof="0" dirty="0">
                <a:ln>
                  <a:noFill/>
                </a:ln>
                <a:solidFill>
                  <a:sysClr val="windowText" lastClr="000000"/>
                </a:solidFill>
                <a:effectLst/>
                <a:uLnTx/>
                <a:uFillTx/>
                <a:latin typeface="Microsoft JhengHei"/>
                <a:cs typeface="Microsoft JhengHei"/>
              </a:rPr>
              <a:t>個月</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526415" marR="0" lvl="0" indent="0" defTabSz="914400" eaLnBrk="1" fontAlgn="auto" latinLnBrk="0" hangingPunct="1">
              <a:lnSpc>
                <a:spcPts val="1650"/>
              </a:lnSpc>
              <a:spcBef>
                <a:spcPts val="540"/>
              </a:spcBef>
              <a:spcAft>
                <a:spcPts val="0"/>
              </a:spcAft>
              <a:buClrTx/>
              <a:buSzTx/>
              <a:buFontTx/>
              <a:buNone/>
              <a:tabLst/>
              <a:defRPr/>
            </a:pPr>
            <a:r>
              <a:rPr kumimoji="0" lang="en-US" altLang="zh-CN" sz="1300" b="1" i="0" u="none" strike="noStrike" kern="0" cap="none" spc="-25" normalizeH="0" baseline="0" noProof="0" dirty="0">
                <a:ln>
                  <a:noFill/>
                </a:ln>
                <a:solidFill>
                  <a:sysClr val="windowText" lastClr="000000"/>
                </a:solidFill>
                <a:effectLst/>
                <a:uLnTx/>
                <a:uFillTx/>
                <a:latin typeface="Microsoft JhengHei"/>
                <a:cs typeface="Microsoft JhengHei"/>
              </a:rPr>
              <a:t>Note:</a:t>
            </a:r>
            <a:r>
              <a:rPr kumimoji="0" lang="zh-CN" altLang="en-US" sz="1300" b="0" i="0" u="none" strike="noStrike" kern="0" cap="none" spc="0" normalizeH="0" baseline="0" noProof="0" dirty="0">
                <a:ln>
                  <a:noFill/>
                </a:ln>
                <a:solidFill>
                  <a:sysClr val="windowText" lastClr="000000"/>
                </a:solidFill>
                <a:effectLst/>
                <a:uLnTx/>
                <a:uFillTx/>
                <a:latin typeface="Microsoft JhengHei"/>
                <a:cs typeface="Microsoft JhengHei"/>
              </a:rPr>
              <a:t>（以上時間均從</a:t>
            </a:r>
            <a:r>
              <a:rPr kumimoji="0" lang="en-US" altLang="zh-CN" sz="1300" b="0" i="0" u="none" strike="noStrike" kern="0" cap="none" spc="-10" normalizeH="0" baseline="0" noProof="0" dirty="0" err="1">
                <a:ln>
                  <a:noFill/>
                </a:ln>
                <a:solidFill>
                  <a:sysClr val="windowText" lastClr="000000"/>
                </a:solidFill>
                <a:effectLst/>
                <a:uLnTx/>
                <a:uFillTx/>
                <a:latin typeface="Microsoft JhengHei"/>
                <a:cs typeface="Microsoft JhengHei"/>
              </a:rPr>
              <a:t>Esign</a:t>
            </a:r>
            <a:r>
              <a:rPr kumimoji="0" lang="zh-CN" altLang="en-US" sz="1300" b="0" i="0" u="none" strike="noStrike" kern="0" cap="none" spc="-15" normalizeH="0" baseline="0" noProof="0" dirty="0">
                <a:ln>
                  <a:noFill/>
                </a:ln>
                <a:solidFill>
                  <a:sysClr val="windowText" lastClr="000000"/>
                </a:solidFill>
                <a:effectLst/>
                <a:uLnTx/>
                <a:uFillTx/>
                <a:latin typeface="Microsoft JhengHei"/>
                <a:cs typeface="Microsoft JhengHei"/>
              </a:rPr>
              <a:t>立案簽完或費用轉嫁簽完</a:t>
            </a:r>
            <a:r>
              <a:rPr kumimoji="0" lang="zh-CN" altLang="en-US" sz="1300" b="0" i="0" u="none" strike="noStrike" kern="0" cap="none" spc="-15" normalizeH="0" baseline="0" noProof="0" dirty="0">
                <a:ln>
                  <a:noFill/>
                </a:ln>
                <a:solidFill>
                  <a:prstClr val="black"/>
                </a:solidFill>
                <a:effectLst/>
                <a:uLnTx/>
                <a:uFillTx/>
                <a:latin typeface="Microsoft JhengHei"/>
                <a:cs typeface="Microsoft JhengHei"/>
              </a:rPr>
              <a:t>，且用户完成提供如下硬件之日</a:t>
            </a:r>
            <a:r>
              <a:rPr kumimoji="0" lang="zh-CN" altLang="en-US" sz="1300" b="0" i="0" u="none" strike="noStrike" kern="0" cap="none" spc="-15" normalizeH="0" baseline="0" noProof="0" dirty="0">
                <a:ln>
                  <a:noFill/>
                </a:ln>
                <a:solidFill>
                  <a:sysClr val="windowText" lastClr="000000"/>
                </a:solidFill>
                <a:effectLst/>
                <a:uLnTx/>
                <a:uFillTx/>
                <a:latin typeface="Microsoft JhengHei"/>
                <a:cs typeface="Microsoft JhengHei"/>
              </a:rPr>
              <a:t>起算</a:t>
            </a:r>
            <a:r>
              <a:rPr kumimoji="0" lang="zh-CN" altLang="en-US" sz="1300" b="0" i="0" u="none" strike="noStrike" kern="0" cap="none" spc="-50" normalizeH="0" baseline="0" noProof="0" dirty="0">
                <a:ln>
                  <a:noFill/>
                </a:ln>
                <a:solidFill>
                  <a:sysClr val="windowText" lastClr="000000"/>
                </a:solidFill>
                <a:effectLst/>
                <a:uLnTx/>
                <a:uFillTx/>
                <a:latin typeface="Microsoft JhengHei"/>
                <a:cs typeface="Microsoft JhengHei"/>
              </a:rPr>
              <a:t>）</a:t>
            </a:r>
            <a:endParaRPr kumimoji="0" lang="zh-CN" altLang="en-US"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526415" marR="0" lvl="0" indent="0" defTabSz="914400" eaLnBrk="1" fontAlgn="auto" latinLnBrk="0" hangingPunct="1">
              <a:lnSpc>
                <a:spcPts val="1650"/>
              </a:lnSpc>
              <a:spcBef>
                <a:spcPts val="0"/>
              </a:spcBef>
              <a:spcAft>
                <a:spcPts val="0"/>
              </a:spcAft>
              <a:buClrTx/>
              <a:buSzTx/>
              <a:buFontTx/>
              <a:buNone/>
              <a:tabLst/>
              <a:defRPr/>
            </a:pPr>
            <a:r>
              <a:rPr kumimoji="0" lang="en-US" altLang="zh-CN" sz="1300" b="1" i="0" u="none" strike="noStrike" kern="0" cap="none" spc="0" normalizeH="0" baseline="0" noProof="0" dirty="0">
                <a:ln>
                  <a:noFill/>
                </a:ln>
                <a:solidFill>
                  <a:sysClr val="windowText" lastClr="000000"/>
                </a:solidFill>
                <a:effectLst/>
                <a:uLnTx/>
                <a:uFillTx/>
                <a:latin typeface="Microsoft JhengHei"/>
                <a:cs typeface="Microsoft JhengHei"/>
              </a:rPr>
              <a:t>B</a:t>
            </a:r>
            <a:r>
              <a:rPr kumimoji="0" lang="en-US" altLang="zh-CN" sz="1300" b="1" i="0" u="none" strike="noStrike" kern="0" cap="none" spc="-10" normalizeH="0" baseline="0" noProof="0" dirty="0">
                <a:ln>
                  <a:noFill/>
                </a:ln>
                <a:solidFill>
                  <a:sysClr val="windowText" lastClr="000000"/>
                </a:solidFill>
                <a:effectLst/>
                <a:uLnTx/>
                <a:uFillTx/>
                <a:latin typeface="Microsoft JhengHei"/>
                <a:cs typeface="Microsoft JhengHei"/>
              </a:rPr>
              <a:t>. </a:t>
            </a:r>
            <a:r>
              <a:rPr kumimoji="0" lang="zh-CN" altLang="en-US" sz="1300" b="1" i="0" u="none" strike="noStrike" kern="0" cap="none" spc="-10" normalizeH="0" baseline="0" noProof="0" dirty="0">
                <a:ln>
                  <a:noFill/>
                </a:ln>
                <a:solidFill>
                  <a:sysClr val="windowText" lastClr="000000"/>
                </a:solidFill>
                <a:effectLst/>
                <a:uLnTx/>
                <a:uFillTx/>
                <a:latin typeface="Microsoft JhengHei"/>
                <a:cs typeface="Microsoft JhengHei"/>
              </a:rPr>
              <a:t>硬件</a:t>
            </a:r>
            <a:r>
              <a:rPr kumimoji="0" lang="zh-CN" altLang="en-US" sz="1300" b="1" i="0" u="none" strike="noStrike" kern="0" cap="none" spc="0" normalizeH="0" baseline="0" noProof="0" dirty="0">
                <a:ln>
                  <a:noFill/>
                </a:ln>
                <a:solidFill>
                  <a:sysClr val="windowText" lastClr="000000"/>
                </a:solidFill>
                <a:effectLst/>
                <a:uLnTx/>
                <a:uFillTx/>
                <a:latin typeface="Microsoft JhengHei"/>
                <a:cs typeface="Microsoft JhengHei"/>
              </a:rPr>
              <a:t>（用戶提供。</a:t>
            </a:r>
            <a:r>
              <a:rPr kumimoji="0" lang="zh-CN" altLang="en-US" sz="1300" b="0" i="0" u="none" strike="noStrike" kern="0" cap="none" spc="0" normalizeH="0" baseline="0" noProof="0" dirty="0">
                <a:ln>
                  <a:noFill/>
                </a:ln>
                <a:solidFill>
                  <a:prstClr val="black"/>
                </a:solidFill>
                <a:effectLst/>
                <a:uLnTx/>
                <a:uFillTx/>
                <a:latin typeface="Microsoft JhengHei"/>
                <a:cs typeface="Microsoft JhengHei"/>
              </a:rPr>
              <a:t>客户无法提供</a:t>
            </a:r>
            <a:r>
              <a:rPr kumimoji="0" lang="en-US" altLang="zh-CN" sz="1300" b="0" i="0" u="none" strike="noStrike" kern="0" cap="none" spc="0" normalizeH="0" baseline="0" noProof="0" dirty="0">
                <a:ln>
                  <a:noFill/>
                </a:ln>
                <a:solidFill>
                  <a:prstClr val="black"/>
                </a:solidFill>
                <a:effectLst/>
                <a:uLnTx/>
                <a:uFillTx/>
                <a:latin typeface="Microsoft JhengHei"/>
                <a:cs typeface="Microsoft JhengHei"/>
              </a:rPr>
              <a:t>AI</a:t>
            </a:r>
            <a:r>
              <a:rPr kumimoji="0" lang="zh-CN" altLang="en-US" sz="1300" b="0" i="0" u="none" strike="noStrike" kern="0" cap="none" spc="0" normalizeH="0" baseline="0" noProof="0" dirty="0">
                <a:ln>
                  <a:noFill/>
                </a:ln>
                <a:solidFill>
                  <a:prstClr val="black"/>
                </a:solidFill>
                <a:effectLst/>
                <a:uLnTx/>
                <a:uFillTx/>
                <a:latin typeface="Microsoft JhengHei"/>
                <a:cs typeface="Microsoft JhengHei"/>
              </a:rPr>
              <a:t>服务器硬件时，</a:t>
            </a:r>
            <a:r>
              <a:rPr kumimoji="0" lang="en-US" altLang="zh-CN" sz="1300" b="0" i="0" u="none" strike="noStrike" kern="0" cap="none" spc="0" normalizeH="0" baseline="0" noProof="0" dirty="0" err="1">
                <a:ln>
                  <a:noFill/>
                </a:ln>
                <a:solidFill>
                  <a:prstClr val="black"/>
                </a:solidFill>
                <a:effectLst/>
                <a:uLnTx/>
                <a:uFillTx/>
                <a:latin typeface="Microsoft JhengHei"/>
                <a:cs typeface="Microsoft JhengHei"/>
              </a:rPr>
              <a:t>Esign</a:t>
            </a:r>
            <a:r>
              <a:rPr kumimoji="0" lang="zh-CN" altLang="en-US" sz="1300" b="0" i="0" u="none" strike="noStrike" kern="0" cap="none" spc="0" normalizeH="0" baseline="0" noProof="0" dirty="0">
                <a:ln>
                  <a:noFill/>
                </a:ln>
                <a:solidFill>
                  <a:prstClr val="black"/>
                </a:solidFill>
                <a:effectLst/>
                <a:uLnTx/>
                <a:uFillTx/>
                <a:latin typeface="Microsoft JhengHei"/>
                <a:cs typeface="Microsoft JhengHei"/>
              </a:rPr>
              <a:t>签核后 </a:t>
            </a:r>
            <a:r>
              <a:rPr kumimoji="0" lang="en-US" altLang="zh-CN" sz="1300" b="0" i="0" u="none" strike="noStrike" kern="0" cap="none" spc="0" normalizeH="0" baseline="0" noProof="0" dirty="0">
                <a:ln>
                  <a:noFill/>
                </a:ln>
                <a:solidFill>
                  <a:prstClr val="black"/>
                </a:solidFill>
                <a:effectLst/>
                <a:uLnTx/>
                <a:uFillTx/>
                <a:latin typeface="Microsoft JhengHei"/>
                <a:cs typeface="Microsoft JhengHei"/>
              </a:rPr>
              <a:t>)</a:t>
            </a:r>
            <a:endParaRPr kumimoji="0" sz="1300" b="0" i="0" u="none" strike="noStrike" kern="0" cap="none" spc="0" normalizeH="0" baseline="0" noProof="0" dirty="0">
              <a:ln>
                <a:noFill/>
              </a:ln>
              <a:solidFill>
                <a:prstClr val="black"/>
              </a:solidFill>
              <a:effectLst/>
              <a:uLnTx/>
              <a:uFillTx/>
              <a:latin typeface="Microsoft JhengHei"/>
              <a:cs typeface="Microsoft JhengHei"/>
            </a:endParaRPr>
          </a:p>
          <a:p>
            <a:pPr marL="869315" marR="0" lvl="0" indent="-342900" defTabSz="914400" eaLnBrk="1" fontAlgn="auto" latinLnBrk="0" hangingPunct="1">
              <a:lnSpc>
                <a:spcPct val="100000"/>
              </a:lnSpc>
              <a:spcBef>
                <a:spcPts val="530"/>
              </a:spcBef>
              <a:spcAft>
                <a:spcPts val="0"/>
              </a:spcAft>
              <a:buClrTx/>
              <a:buSzTx/>
              <a:buFontTx/>
              <a:buAutoNum type="arabicPeriod"/>
              <a:tabLst>
                <a:tab pos="869315" algn="l"/>
              </a:tabLst>
              <a:defRPr/>
            </a:pPr>
            <a:r>
              <a:rPr kumimoji="0" sz="1300" b="0" i="0" u="none" strike="noStrike" kern="0" cap="none" spc="-20" normalizeH="0" baseline="0" noProof="0" dirty="0">
                <a:ln>
                  <a:noFill/>
                </a:ln>
                <a:solidFill>
                  <a:sysClr val="windowText" lastClr="000000"/>
                </a:solidFill>
                <a:effectLst/>
                <a:uLnTx/>
                <a:uFillTx/>
                <a:latin typeface="Microsoft JhengHei"/>
                <a:cs typeface="Microsoft JhengHei"/>
              </a:rPr>
              <a:t>AI</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服務器（最低配置：i</a:t>
            </a:r>
            <a:r>
              <a:rPr kumimoji="0" lang="en-US" sz="1300" b="0" i="0" u="none" strike="noStrike" kern="0" cap="none" spc="0" normalizeH="0" baseline="0" noProof="0" dirty="0">
                <a:ln>
                  <a:noFill/>
                </a:ln>
                <a:solidFill>
                  <a:sysClr val="windowText" lastClr="000000"/>
                </a:solidFill>
                <a:effectLst/>
                <a:uLnTx/>
                <a:uFillTx/>
                <a:latin typeface="Microsoft JhengHei"/>
                <a:cs typeface="Microsoft JhengHei"/>
              </a:rPr>
              <a:t>7</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-13</a:t>
            </a:r>
            <a:r>
              <a:rPr kumimoji="0" sz="1300" b="0" i="0" u="none" strike="noStrike" kern="0" cap="none" spc="0" normalizeH="0" baseline="24691" noProof="0" dirty="0">
                <a:ln>
                  <a:noFill/>
                </a:ln>
                <a:solidFill>
                  <a:sysClr val="windowText" lastClr="000000"/>
                </a:solidFill>
                <a:effectLst/>
                <a:uLnTx/>
                <a:uFillTx/>
                <a:latin typeface="Microsoft JhengHei"/>
                <a:cs typeface="Microsoft JhengHei"/>
              </a:rPr>
              <a:t>TH</a:t>
            </a:r>
            <a:r>
              <a:rPr kumimoji="0" sz="1300" b="0" i="0" u="none" strike="noStrike" kern="0" cap="none" spc="112" normalizeH="0" baseline="24691" noProof="0" dirty="0">
                <a:ln>
                  <a:noFill/>
                </a:ln>
                <a:solidFill>
                  <a:sysClr val="windowText" lastClr="000000"/>
                </a:solidFill>
                <a:effectLst/>
                <a:uLnTx/>
                <a:uFillTx/>
                <a:latin typeface="Microsoft JhengHei"/>
                <a:cs typeface="Microsoft JhengHei"/>
              </a:rPr>
              <a:t> </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RAM 64GB</a:t>
            </a:r>
            <a:r>
              <a:rPr kumimoji="0" sz="1300" b="0" i="0" u="none" strike="noStrike" kern="0" cap="none" spc="-5" normalizeH="0" baseline="0" noProof="0" dirty="0">
                <a:ln>
                  <a:noFill/>
                </a:ln>
                <a:solidFill>
                  <a:sysClr val="windowText" lastClr="000000"/>
                </a:solidFill>
                <a:effectLst/>
                <a:uLnTx/>
                <a:uFillTx/>
                <a:latin typeface="Microsoft JhengHei"/>
                <a:cs typeface="Microsoft JhengHei"/>
              </a:rPr>
              <a:t> </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RTX</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 40</a:t>
            </a:r>
            <a:r>
              <a:rPr kumimoji="0" lang="en-US" sz="1300" b="0" i="0" u="none" strike="noStrike" kern="0" cap="none" spc="-10" normalizeH="0" baseline="0" noProof="0" dirty="0">
                <a:ln>
                  <a:noFill/>
                </a:ln>
                <a:solidFill>
                  <a:sysClr val="windowText" lastClr="000000"/>
                </a:solidFill>
                <a:effectLst/>
                <a:uLnTx/>
                <a:uFillTx/>
                <a:latin typeface="Microsoft JhengHei"/>
                <a:cs typeface="Microsoft JhengHei"/>
              </a:rPr>
              <a:t>6</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0）</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869315" marR="0" lvl="0" indent="-342900" defTabSz="914400" eaLnBrk="1" fontAlgn="auto" latinLnBrk="0" hangingPunct="1">
              <a:lnSpc>
                <a:spcPct val="100000"/>
              </a:lnSpc>
              <a:spcBef>
                <a:spcPts val="540"/>
              </a:spcBef>
              <a:spcAft>
                <a:spcPts val="0"/>
              </a:spcAft>
              <a:buClrTx/>
              <a:buSzTx/>
              <a:buFontTx/>
              <a:buAutoNum type="arabicPeriod"/>
              <a:tabLst>
                <a:tab pos="869315" algn="l"/>
              </a:tabLst>
              <a:defRPr/>
            </a:pP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配上</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GPU</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編程電腦（</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最低配置：i</a:t>
            </a:r>
            <a:r>
              <a:rPr kumimoji="0" lang="en-US" sz="1300" b="0" i="0" u="none" strike="noStrike" kern="0" cap="none" spc="-10" normalizeH="0" baseline="0" noProof="0" dirty="0">
                <a:ln>
                  <a:noFill/>
                </a:ln>
                <a:solidFill>
                  <a:sysClr val="windowText" lastClr="000000"/>
                </a:solidFill>
                <a:effectLst/>
                <a:uLnTx/>
                <a:uFillTx/>
                <a:latin typeface="Microsoft JhengHei"/>
                <a:cs typeface="Microsoft JhengHei"/>
              </a:rPr>
              <a:t>7</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13</a:t>
            </a:r>
            <a:r>
              <a:rPr kumimoji="0" sz="1300" b="0" i="0" u="none" strike="noStrike" kern="0" cap="none" spc="0" normalizeH="0" baseline="24691" noProof="0" dirty="0">
                <a:ln>
                  <a:noFill/>
                </a:ln>
                <a:solidFill>
                  <a:sysClr val="windowText" lastClr="000000"/>
                </a:solidFill>
                <a:effectLst/>
                <a:uLnTx/>
                <a:uFillTx/>
                <a:latin typeface="Microsoft JhengHei"/>
                <a:cs typeface="Microsoft JhengHei"/>
              </a:rPr>
              <a:t>TH</a:t>
            </a:r>
            <a:r>
              <a:rPr kumimoji="0" sz="1300" b="0" i="0" u="none" strike="noStrike" kern="0" cap="none" spc="120" normalizeH="0" baseline="24691" noProof="0" dirty="0">
                <a:ln>
                  <a:noFill/>
                </a:ln>
                <a:solidFill>
                  <a:sysClr val="windowText" lastClr="000000"/>
                </a:solidFill>
                <a:effectLst/>
                <a:uLnTx/>
                <a:uFillTx/>
                <a:latin typeface="Microsoft JhengHei"/>
                <a:cs typeface="Microsoft JhengHei"/>
              </a:rPr>
              <a:t> </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RAM 64GB</a:t>
            </a:r>
            <a:r>
              <a:rPr kumimoji="0" sz="1300" b="0" i="0" u="none" strike="noStrike" kern="0" cap="none" spc="5" normalizeH="0" baseline="0" noProof="0" dirty="0">
                <a:ln>
                  <a:noFill/>
                </a:ln>
                <a:solidFill>
                  <a:sysClr val="windowText" lastClr="000000"/>
                </a:solidFill>
                <a:effectLst/>
                <a:uLnTx/>
                <a:uFillTx/>
                <a:latin typeface="Microsoft JhengHei"/>
                <a:cs typeface="Microsoft JhengHei"/>
              </a:rPr>
              <a:t> </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RTX</a:t>
            </a:r>
            <a:r>
              <a:rPr kumimoji="0" sz="1300" b="0" i="0" u="none" strike="noStrike" kern="0" cap="none" spc="-15" normalizeH="0" baseline="0" noProof="0" dirty="0">
                <a:ln>
                  <a:noFill/>
                </a:ln>
                <a:solidFill>
                  <a:sysClr val="windowText" lastClr="000000"/>
                </a:solidFill>
                <a:effectLst/>
                <a:uLnTx/>
                <a:uFillTx/>
                <a:latin typeface="Microsoft JhengHei"/>
                <a:cs typeface="Microsoft JhengHei"/>
              </a:rPr>
              <a:t> </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40</a:t>
            </a:r>
            <a:r>
              <a:rPr kumimoji="0" lang="en-US" sz="1300" b="0" i="0" u="none" strike="noStrike" kern="0" cap="none" spc="-10" normalizeH="0" baseline="0" noProof="0" dirty="0">
                <a:ln>
                  <a:noFill/>
                </a:ln>
                <a:solidFill>
                  <a:sysClr val="windowText" lastClr="000000"/>
                </a:solidFill>
                <a:effectLst/>
                <a:uLnTx/>
                <a:uFillTx/>
                <a:latin typeface="Microsoft JhengHei"/>
                <a:cs typeface="Microsoft JhengHei"/>
              </a:rPr>
              <a:t>6</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0）</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526415" marR="0" lvl="0" defTabSz="914400" eaLnBrk="1" fontAlgn="auto" latinLnBrk="0" hangingPunct="1">
              <a:lnSpc>
                <a:spcPct val="100000"/>
              </a:lnSpc>
              <a:spcBef>
                <a:spcPts val="540"/>
              </a:spcBef>
              <a:spcAft>
                <a:spcPts val="0"/>
              </a:spcAft>
              <a:buClrTx/>
              <a:buSzTx/>
              <a:tabLst>
                <a:tab pos="869315" algn="l"/>
              </a:tabLst>
              <a:defRPr/>
            </a:pPr>
            <a:r>
              <a:rPr kumimoji="0" lang="zh-TW" altLang="en-US" sz="1300" b="0" i="0" u="none" strike="noStrike" kern="0" cap="none" spc="-15" normalizeH="0" baseline="0" noProof="0" dirty="0">
                <a:ln>
                  <a:noFill/>
                </a:ln>
                <a:solidFill>
                  <a:sysClr val="windowText" lastClr="000000"/>
                </a:solidFill>
                <a:effectLst/>
                <a:uLnTx/>
                <a:uFillTx/>
                <a:latin typeface="Microsoft JhengHei"/>
                <a:cs typeface="Microsoft JhengHei"/>
              </a:rPr>
              <a:t>具體硬件配置需根據實際專案需求評估</a:t>
            </a:r>
            <a:endParaRPr kumimoji="0" lang="zh-TW" altLang="en-US"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526415" marR="0" lvl="0" indent="0" defTabSz="914400" eaLnBrk="1" fontAlgn="auto" latinLnBrk="0" hangingPunct="1">
              <a:lnSpc>
                <a:spcPts val="1655"/>
              </a:lnSpc>
              <a:spcBef>
                <a:spcPts val="0"/>
              </a:spcBef>
              <a:spcAft>
                <a:spcPts val="0"/>
              </a:spcAft>
              <a:buClrTx/>
              <a:buSzTx/>
              <a:buFontTx/>
              <a:buNone/>
              <a:tabLst/>
              <a:defRPr/>
            </a:pPr>
            <a:r>
              <a:rPr kumimoji="0" sz="1300" b="1" i="0" u="none" strike="noStrike" kern="0" cap="none" spc="0" normalizeH="0" baseline="0" noProof="0" dirty="0">
                <a:ln>
                  <a:noFill/>
                </a:ln>
                <a:solidFill>
                  <a:sysClr val="windowText" lastClr="000000"/>
                </a:solidFill>
                <a:effectLst/>
                <a:uLnTx/>
                <a:uFillTx/>
                <a:latin typeface="Microsoft JhengHei"/>
                <a:cs typeface="Microsoft JhengHei"/>
              </a:rPr>
              <a:t>C</a:t>
            </a:r>
            <a:r>
              <a:rPr kumimoji="0" sz="1300" b="1" i="0" u="none" strike="noStrike" kern="0" cap="none" spc="-20" normalizeH="0" baseline="0" noProof="0" dirty="0">
                <a:ln>
                  <a:noFill/>
                </a:ln>
                <a:solidFill>
                  <a:sysClr val="windowText" lastClr="000000"/>
                </a:solidFill>
                <a:effectLst/>
                <a:uLnTx/>
                <a:uFillTx/>
                <a:latin typeface="Microsoft JhengHei"/>
                <a:cs typeface="Microsoft JhengHei"/>
              </a:rPr>
              <a:t>. 人力資源：</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869315" marR="0" lvl="0" indent="-342900" defTabSz="914400" eaLnBrk="1" fontAlgn="auto" latinLnBrk="0" hangingPunct="1">
              <a:lnSpc>
                <a:spcPct val="100000"/>
              </a:lnSpc>
              <a:spcBef>
                <a:spcPts val="525"/>
              </a:spcBef>
              <a:spcAft>
                <a:spcPts val="0"/>
              </a:spcAft>
              <a:buClrTx/>
              <a:buSzTx/>
              <a:buFontTx/>
              <a:buAutoNum type="arabicPeriod"/>
              <a:tabLst>
                <a:tab pos="869315" algn="l"/>
              </a:tabLst>
              <a:defRPr/>
            </a:pP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AI</a:t>
            </a:r>
            <a:r>
              <a:rPr kumimoji="0" sz="1300" b="0" i="0" u="none" strike="noStrike" kern="0" cap="none" spc="5" normalizeH="0" baseline="0" noProof="0" dirty="0">
                <a:ln>
                  <a:noFill/>
                </a:ln>
                <a:solidFill>
                  <a:sysClr val="windowText" lastClr="000000"/>
                </a:solidFill>
                <a:effectLst/>
                <a:uLnTx/>
                <a:uFillTx/>
                <a:latin typeface="Microsoft JhengHei"/>
                <a:cs typeface="Microsoft JhengHei"/>
              </a:rPr>
              <a:t> </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PM</a:t>
            </a:r>
            <a:r>
              <a:rPr kumimoji="0" sz="1300" b="0" i="0" u="none" strike="noStrike" kern="0" cap="none" spc="-15" normalizeH="0" baseline="0" noProof="0" dirty="0">
                <a:ln>
                  <a:noFill/>
                </a:ln>
                <a:solidFill>
                  <a:sysClr val="windowText" lastClr="000000"/>
                </a:solidFill>
                <a:effectLst/>
                <a:uLnTx/>
                <a:uFillTx/>
                <a:latin typeface="Microsoft JhengHei"/>
                <a:cs typeface="Microsoft JhengHei"/>
              </a:rPr>
              <a:t>：專案總體進度管控</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869315" marR="0" lvl="0" indent="-342900" defTabSz="914400" eaLnBrk="1" fontAlgn="auto" latinLnBrk="0" hangingPunct="1">
              <a:lnSpc>
                <a:spcPct val="100000"/>
              </a:lnSpc>
              <a:spcBef>
                <a:spcPts val="540"/>
              </a:spcBef>
              <a:spcAft>
                <a:spcPts val="0"/>
              </a:spcAft>
              <a:buClrTx/>
              <a:buSzTx/>
              <a:buFontTx/>
              <a:buAutoNum type="arabicPeriod"/>
              <a:tabLst>
                <a:tab pos="869315" algn="l"/>
              </a:tabLst>
              <a:defRPr/>
            </a:pPr>
            <a:r>
              <a:rPr kumimoji="0" sz="1300" b="0" i="0" u="none" strike="noStrike" kern="0" cap="none" spc="-20" normalizeH="0" baseline="0" noProof="0" dirty="0">
                <a:ln>
                  <a:noFill/>
                </a:ln>
                <a:solidFill>
                  <a:sysClr val="windowText" lastClr="000000"/>
                </a:solidFill>
                <a:effectLst/>
                <a:uLnTx/>
                <a:uFillTx/>
                <a:latin typeface="Microsoft JhengHei"/>
                <a:cs typeface="Microsoft JhengHei"/>
              </a:rPr>
              <a:t>AI软件开发</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工程師: </a:t>
            </a:r>
            <a:r>
              <a:rPr kumimoji="0" lang="en-US" sz="1300" b="0" i="0" u="none" strike="noStrike" kern="0" cap="none" spc="0" normalizeH="0" baseline="0" noProof="0" dirty="0">
                <a:ln>
                  <a:noFill/>
                </a:ln>
                <a:solidFill>
                  <a:sysClr val="windowText" lastClr="000000"/>
                </a:solidFill>
                <a:effectLst/>
                <a:uLnTx/>
                <a:uFillTx/>
                <a:latin typeface="Microsoft JhengHei"/>
                <a:cs typeface="Microsoft JhengHei"/>
              </a:rPr>
              <a:t>1</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人(負責模型訓練與测试)</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869315" marR="0" lvl="0" indent="-342900" defTabSz="914400" eaLnBrk="1" fontAlgn="auto" latinLnBrk="0" hangingPunct="1">
              <a:lnSpc>
                <a:spcPct val="100000"/>
              </a:lnSpc>
              <a:spcBef>
                <a:spcPts val="545"/>
              </a:spcBef>
              <a:spcAft>
                <a:spcPts val="0"/>
              </a:spcAft>
              <a:buClrTx/>
              <a:buSzTx/>
              <a:buFontTx/>
              <a:buAutoNum type="arabicPeriod"/>
              <a:tabLst>
                <a:tab pos="869315" algn="l"/>
              </a:tabLst>
              <a:defRPr/>
            </a:pPr>
            <a:r>
              <a:rPr kumimoji="0" lang="en-US" sz="1300" b="0" i="0" u="none" strike="noStrike" kern="0" cap="none" spc="-5" normalizeH="0" baseline="0" noProof="0" dirty="0" err="1">
                <a:ln>
                  <a:noFill/>
                </a:ln>
                <a:solidFill>
                  <a:sysClr val="windowText" lastClr="000000"/>
                </a:solidFill>
                <a:effectLst/>
                <a:uLnTx/>
                <a:uFillTx/>
                <a:latin typeface="Microsoft JhengHei"/>
                <a:cs typeface="Microsoft JhengHei"/>
              </a:rPr>
              <a:t>AI</a:t>
            </a:r>
            <a:r>
              <a:rPr kumimoji="0" sz="1300" b="0" i="0" u="none" strike="noStrike" kern="0" cap="none" spc="-5" normalizeH="0" baseline="0" noProof="0" dirty="0" err="1">
                <a:ln>
                  <a:noFill/>
                </a:ln>
                <a:solidFill>
                  <a:sysClr val="windowText" lastClr="000000"/>
                </a:solidFill>
                <a:effectLst/>
                <a:uLnTx/>
                <a:uFillTx/>
                <a:latin typeface="Microsoft JhengHei"/>
                <a:cs typeface="Microsoft JhengHei"/>
              </a:rPr>
              <a:t>部署工程師</a:t>
            </a:r>
            <a:r>
              <a:rPr kumimoji="0" sz="1300" b="0" i="0" u="none" strike="noStrike" kern="0" cap="none" spc="-5" normalizeH="0" baseline="0" noProof="0" dirty="0">
                <a:ln>
                  <a:noFill/>
                </a:ln>
                <a:solidFill>
                  <a:sysClr val="windowText" lastClr="000000"/>
                </a:solidFill>
                <a:effectLst/>
                <a:uLnTx/>
                <a:uFillTx/>
                <a:latin typeface="Microsoft JhengHei"/>
                <a:cs typeface="Microsoft JhengHei"/>
              </a:rPr>
              <a:t>: </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1</a:t>
            </a:r>
            <a:r>
              <a:rPr kumimoji="0" sz="1300" b="0" i="0" u="none" strike="noStrike" kern="0" cap="none" spc="35" normalizeH="0" baseline="0" noProof="0" dirty="0">
                <a:ln>
                  <a:noFill/>
                </a:ln>
                <a:solidFill>
                  <a:sysClr val="windowText" lastClr="000000"/>
                </a:solidFill>
                <a:effectLst/>
                <a:uLnTx/>
                <a:uFillTx/>
                <a:latin typeface="Microsoft JhengHei"/>
                <a:cs typeface="Microsoft JhengHei"/>
              </a:rPr>
              <a:t>人(佈署攝影機與</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Edge</a:t>
            </a:r>
            <a:r>
              <a:rPr kumimoji="0" sz="1300" b="0" i="0" u="none" strike="noStrike" kern="0" cap="none" spc="-35" normalizeH="0" baseline="0" noProof="0" dirty="0">
                <a:ln>
                  <a:noFill/>
                </a:ln>
                <a:solidFill>
                  <a:sysClr val="windowText" lastClr="000000"/>
                </a:solidFill>
                <a:effectLst/>
                <a:uLnTx/>
                <a:uFillTx/>
                <a:latin typeface="Microsoft JhengHei"/>
                <a:cs typeface="Microsoft JhengHei"/>
              </a:rPr>
              <a:t> </a:t>
            </a:r>
            <a:r>
              <a:rPr kumimoji="0" sz="1300" b="0" i="0" u="none" strike="noStrike" kern="0" cap="none" spc="-20" normalizeH="0" baseline="0" noProof="0" dirty="0">
                <a:ln>
                  <a:noFill/>
                </a:ln>
                <a:solidFill>
                  <a:sysClr val="windowText" lastClr="000000"/>
                </a:solidFill>
                <a:effectLst/>
                <a:uLnTx/>
                <a:uFillTx/>
                <a:latin typeface="Microsoft JhengHei"/>
                <a:cs typeface="Microsoft JhengHei"/>
              </a:rPr>
              <a:t>AI裝置)</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526415" marR="0" lvl="0" indent="0" defTabSz="914400" eaLnBrk="1" fontAlgn="auto" latinLnBrk="0" hangingPunct="1">
              <a:lnSpc>
                <a:spcPct val="100000"/>
              </a:lnSpc>
              <a:spcBef>
                <a:spcPts val="540"/>
              </a:spcBef>
              <a:spcAft>
                <a:spcPts val="0"/>
              </a:spcAft>
              <a:buClrTx/>
              <a:buSzTx/>
              <a:buFontTx/>
              <a:buNone/>
              <a:tabLst/>
              <a:defRPr/>
            </a:pP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a:t>
            </a:r>
            <a:r>
              <a:rPr kumimoji="0" sz="1300" b="0" i="0" u="none" strike="noStrike" kern="0" cap="none" spc="-10" normalizeH="0" baseline="0" noProof="0" dirty="0">
                <a:ln>
                  <a:noFill/>
                </a:ln>
                <a:solidFill>
                  <a:prstClr val="black"/>
                </a:solidFill>
                <a:effectLst/>
                <a:uLnTx/>
                <a:uFillTx/>
                <a:latin typeface="Microsoft JhengHei"/>
                <a:cs typeface="Microsoft JhengHei"/>
              </a:rPr>
              <a:t>共</a:t>
            </a:r>
            <a:r>
              <a:rPr lang="en-US" sz="1300" kern="0" spc="-10" dirty="0">
                <a:solidFill>
                  <a:prstClr val="black"/>
                </a:solidFill>
                <a:latin typeface="Microsoft JhengHei"/>
                <a:cs typeface="Microsoft JhengHei"/>
              </a:rPr>
              <a:t>6</a:t>
            </a:r>
            <a:r>
              <a:rPr kumimoji="0" sz="1300" b="0" i="0" u="none" strike="noStrike" kern="0" cap="none" spc="-25" normalizeH="0" baseline="0" noProof="0" dirty="0">
                <a:ln>
                  <a:noFill/>
                </a:ln>
                <a:solidFill>
                  <a:prstClr val="black"/>
                </a:solidFill>
                <a:effectLst/>
                <a:uLnTx/>
                <a:uFillTx/>
                <a:latin typeface="Microsoft JhengHei"/>
                <a:cs typeface="Microsoft JhengHei"/>
              </a:rPr>
              <a:t>個人。以上人员费用从</a:t>
            </a:r>
            <a:r>
              <a:rPr kumimoji="0" lang="en-US" sz="1300" b="0" i="0" u="none" strike="noStrike" kern="0" cap="none" spc="-25" normalizeH="0" baseline="0" noProof="0" dirty="0">
                <a:ln>
                  <a:noFill/>
                </a:ln>
                <a:solidFill>
                  <a:prstClr val="black"/>
                </a:solidFill>
                <a:effectLst/>
                <a:uLnTx/>
                <a:uFillTx/>
                <a:latin typeface="Microsoft JhengHei"/>
                <a:cs typeface="Microsoft JhengHei"/>
              </a:rPr>
              <a:t>Esign</a:t>
            </a:r>
            <a:r>
              <a:rPr kumimoji="0" lang="en-US" altLang="en-US" sz="1300" b="0" i="0" u="none" strike="noStrike" kern="0" cap="none" spc="-25" normalizeH="0" baseline="0" noProof="0" dirty="0">
                <a:ln>
                  <a:noFill/>
                </a:ln>
                <a:solidFill>
                  <a:prstClr val="black"/>
                </a:solidFill>
                <a:effectLst/>
                <a:uLnTx/>
                <a:uFillTx/>
                <a:latin typeface="Microsoft JhengHei"/>
                <a:cs typeface="Microsoft JhengHei"/>
              </a:rPr>
              <a:t>（或费用转嫁承诺）签核完成之日起算，请用户逐月支付。若用户应付而未付，则暂停提供人力，由此造成损失均由用户承担。</a:t>
            </a:r>
            <a:endParaRPr kumimoji="0" sz="1300" b="0" i="0" u="none" strike="noStrike" kern="0" cap="none" spc="0" normalizeH="0" baseline="0" noProof="0" dirty="0">
              <a:ln>
                <a:noFill/>
              </a:ln>
              <a:solidFill>
                <a:prstClr val="black"/>
              </a:solidFill>
              <a:effectLst/>
              <a:uLnTx/>
              <a:uFillTx/>
              <a:latin typeface="Microsoft JhengHei"/>
              <a:cs typeface="Microsoft JhengHei"/>
            </a:endParaRPr>
          </a:p>
          <a:p>
            <a:pPr marL="38100" marR="0" lvl="0" indent="0" defTabSz="914400" eaLnBrk="1" fontAlgn="auto" latinLnBrk="0" hangingPunct="1">
              <a:lnSpc>
                <a:spcPct val="100000"/>
              </a:lnSpc>
              <a:spcBef>
                <a:spcPts val="50"/>
              </a:spcBef>
              <a:spcAft>
                <a:spcPts val="0"/>
              </a:spcAft>
              <a:buClrTx/>
              <a:buSzTx/>
              <a:buFontTx/>
              <a:buNone/>
              <a:tabLst/>
              <a:defRPr/>
            </a:pPr>
            <a:r>
              <a:rPr kumimoji="0" sz="1200" b="1" i="0" u="none" strike="noStrike" kern="0" cap="none" spc="0" normalizeH="0" baseline="0" noProof="0" dirty="0">
                <a:ln>
                  <a:noFill/>
                </a:ln>
                <a:solidFill>
                  <a:srgbClr val="FF0000"/>
                </a:solidFill>
                <a:effectLst/>
                <a:uLnTx/>
                <a:uFillTx/>
                <a:latin typeface="Microsoft JhengHei"/>
                <a:cs typeface="Microsoft JhengHei"/>
              </a:rPr>
              <a:t>備註</a:t>
            </a:r>
            <a:r>
              <a:rPr kumimoji="0" sz="1200" b="0" i="0" u="none" strike="noStrike" kern="0" cap="none" spc="-50" normalizeH="0" baseline="0" noProof="0" dirty="0">
                <a:ln>
                  <a:noFill/>
                </a:ln>
                <a:solidFill>
                  <a:srgbClr val="FF0000"/>
                </a:solidFill>
                <a:effectLst/>
                <a:uLnTx/>
                <a:uFillTx/>
                <a:latin typeface="Microsoft JhengHei"/>
                <a:cs typeface="Microsoft JhengHei"/>
              </a:rPr>
              <a:t>：</a:t>
            </a:r>
            <a:endParaRPr kumimoji="0" sz="12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160655" marR="0" lvl="0" indent="-136525" defTabSz="914400" eaLnBrk="1" fontAlgn="auto" latinLnBrk="0" hangingPunct="1">
              <a:lnSpc>
                <a:spcPct val="100000"/>
              </a:lnSpc>
              <a:spcBef>
                <a:spcPts val="720"/>
              </a:spcBef>
              <a:spcAft>
                <a:spcPts val="0"/>
              </a:spcAft>
              <a:buClrTx/>
              <a:buSzPct val="91666"/>
              <a:buFontTx/>
              <a:buAutoNum type="arabicPeriod"/>
              <a:tabLst>
                <a:tab pos="160655" algn="l"/>
              </a:tabLst>
              <a:defRPr/>
            </a:pPr>
            <a:r>
              <a:rPr kumimoji="0" sz="1200" b="0" i="0" u="none" strike="noStrike" kern="0" cap="none" spc="-10" normalizeH="0" baseline="0" noProof="0" dirty="0">
                <a:ln>
                  <a:noFill/>
                </a:ln>
                <a:solidFill>
                  <a:srgbClr val="FF0000"/>
                </a:solidFill>
                <a:effectLst/>
                <a:uLnTx/>
                <a:uFillTx/>
                <a:latin typeface="Microsoft JhengHei"/>
                <a:cs typeface="Microsoft JhengHei"/>
              </a:rPr>
              <a:t>具體週期、硬件配置、人力配置需根據用户在</a:t>
            </a:r>
            <a:r>
              <a:rPr kumimoji="0" lang="en-US" sz="1200" b="0" i="0" u="none" strike="noStrike" kern="0" cap="none" spc="-10" normalizeH="0" baseline="0" noProof="0" dirty="0">
                <a:ln>
                  <a:noFill/>
                </a:ln>
                <a:solidFill>
                  <a:srgbClr val="FF0000"/>
                </a:solidFill>
                <a:effectLst/>
                <a:uLnTx/>
                <a:uFillTx/>
                <a:latin typeface="Microsoft JhengHei"/>
                <a:cs typeface="Microsoft JhengHei"/>
              </a:rPr>
              <a:t>Esign</a:t>
            </a:r>
            <a:r>
              <a:rPr kumimoji="0" lang="en-US" altLang="en-US" sz="1200" b="0" i="0" u="none" strike="noStrike" kern="0" cap="none" spc="-10" normalizeH="0" baseline="0" noProof="0" dirty="0">
                <a:ln>
                  <a:noFill/>
                </a:ln>
                <a:solidFill>
                  <a:srgbClr val="FF0000"/>
                </a:solidFill>
                <a:effectLst/>
                <a:uLnTx/>
                <a:uFillTx/>
                <a:latin typeface="Microsoft JhengHei"/>
                <a:cs typeface="Microsoft JhengHei"/>
              </a:rPr>
              <a:t>提出的</a:t>
            </a:r>
            <a:r>
              <a:rPr kumimoji="0" sz="1200" b="0" i="0" u="none" strike="noStrike" kern="0" cap="none" spc="-10" normalizeH="0" baseline="0" noProof="0" dirty="0">
                <a:ln>
                  <a:noFill/>
                </a:ln>
                <a:solidFill>
                  <a:srgbClr val="FF0000"/>
                </a:solidFill>
                <a:effectLst/>
                <a:uLnTx/>
                <a:uFillTx/>
                <a:latin typeface="Microsoft JhengHei"/>
                <a:cs typeface="Microsoft JhengHei"/>
              </a:rPr>
              <a:t>實際專案需求來算</a:t>
            </a:r>
            <a:endParaRPr kumimoji="0" sz="1200" b="0" i="0" u="none" strike="noStrike" kern="0" cap="none" spc="0" normalizeH="0" baseline="0" noProof="0" dirty="0">
              <a:ln>
                <a:noFill/>
              </a:ln>
              <a:solidFill>
                <a:srgbClr val="FF0000"/>
              </a:solidFill>
              <a:effectLst/>
              <a:uLnTx/>
              <a:uFillTx/>
              <a:latin typeface="Microsoft JhengHei"/>
              <a:cs typeface="Microsoft JhengHei"/>
            </a:endParaRPr>
          </a:p>
          <a:p>
            <a:pPr marL="38100" marR="17780" lvl="0" indent="160655" defTabSz="914400" eaLnBrk="1" fontAlgn="auto" latinLnBrk="0" hangingPunct="1">
              <a:lnSpc>
                <a:spcPct val="150000"/>
              </a:lnSpc>
              <a:spcBef>
                <a:spcPts val="0"/>
              </a:spcBef>
              <a:spcAft>
                <a:spcPts val="0"/>
              </a:spcAft>
              <a:buClrTx/>
              <a:buSzTx/>
              <a:buFont typeface="Microsoft JhengHei"/>
              <a:buAutoNum type="arabicPeriod"/>
              <a:tabLst>
                <a:tab pos="198755" algn="l"/>
              </a:tabLst>
              <a:defRPr/>
            </a:pPr>
            <a:r>
              <a:rPr kumimoji="0" sz="1200" b="0" i="0" u="none" strike="noStrike" kern="0" cap="none" spc="0" normalizeH="0" baseline="0" noProof="0" dirty="0">
                <a:ln>
                  <a:noFill/>
                </a:ln>
                <a:solidFill>
                  <a:sysClr val="windowText" lastClr="000000"/>
                </a:solidFill>
                <a:effectLst/>
                <a:uLnTx/>
                <a:uFillTx/>
                <a:latin typeface="Calibri"/>
                <a:cs typeface="Calibri"/>
              </a:rPr>
              <a:t>CPEG</a:t>
            </a:r>
            <a:r>
              <a:rPr kumimoji="0" sz="1200" b="0" i="0" u="none" strike="noStrike" kern="0" cap="none" spc="-70" normalizeH="0" baseline="0" noProof="0" dirty="0">
                <a:ln>
                  <a:noFill/>
                </a:ln>
                <a:solidFill>
                  <a:sysClr val="windowText" lastClr="000000"/>
                </a:solidFill>
                <a:effectLst/>
                <a:uLnTx/>
                <a:uFillTx/>
                <a:latin typeface="Calibri"/>
                <a:cs typeface="Calibri"/>
              </a:rPr>
              <a:t> </a:t>
            </a:r>
            <a:r>
              <a:rPr kumimoji="0" sz="1200" b="0" i="0" u="none" strike="noStrike" kern="0" cap="none" spc="-10" normalizeH="0" baseline="0" noProof="0" dirty="0">
                <a:ln>
                  <a:noFill/>
                </a:ln>
                <a:solidFill>
                  <a:sysClr val="windowText" lastClr="000000"/>
                </a:solidFill>
                <a:effectLst/>
                <a:uLnTx/>
                <a:uFillTx/>
                <a:latin typeface="Calibri"/>
                <a:cs typeface="Calibri"/>
              </a:rPr>
              <a:t>AI</a:t>
            </a:r>
            <a:r>
              <a:rPr kumimoji="0" sz="1200" b="0" i="0" u="none" strike="noStrike" kern="0" cap="none" spc="-5" normalizeH="0" baseline="0" noProof="0" dirty="0">
                <a:ln>
                  <a:noFill/>
                </a:ln>
                <a:solidFill>
                  <a:sysClr val="windowText" lastClr="000000"/>
                </a:solidFill>
                <a:effectLst/>
                <a:uLnTx/>
                <a:uFillTx/>
                <a:latin typeface="PMingLiU"/>
                <a:cs typeface="PMingLiU"/>
              </a:rPr>
              <a:t>只推薦</a:t>
            </a:r>
            <a:r>
              <a:rPr kumimoji="0" sz="1200" b="0" i="0" u="none" strike="noStrike" kern="0" cap="none" spc="-10" normalizeH="0" baseline="0" noProof="0" dirty="0">
                <a:ln>
                  <a:noFill/>
                </a:ln>
                <a:solidFill>
                  <a:sysClr val="windowText" lastClr="000000"/>
                </a:solidFill>
                <a:effectLst/>
                <a:uLnTx/>
                <a:uFillTx/>
                <a:latin typeface="Calibri"/>
                <a:cs typeface="Calibri"/>
              </a:rPr>
              <a:t>1</a:t>
            </a:r>
            <a:r>
              <a:rPr kumimoji="0" sz="1200" b="0" i="0" u="none" strike="noStrike" kern="0" cap="none" spc="0" normalizeH="0" baseline="0" noProof="0" dirty="0">
                <a:ln>
                  <a:noFill/>
                </a:ln>
                <a:solidFill>
                  <a:sysClr val="windowText" lastClr="000000"/>
                </a:solidFill>
                <a:effectLst/>
                <a:uLnTx/>
                <a:uFillTx/>
                <a:latin typeface="PMingLiU"/>
                <a:cs typeface="PMingLiU"/>
              </a:rPr>
              <a:t>次所需硬件的參考型號。無論何種原因被拒（無貨、品牌不符政策、價格貴等），</a:t>
            </a:r>
            <a:r>
              <a:rPr kumimoji="0" sz="1200" b="0" i="0" u="none" strike="noStrike" kern="0" cap="none" spc="-5" normalizeH="0" baseline="0" noProof="0" dirty="0">
                <a:ln>
                  <a:noFill/>
                </a:ln>
                <a:solidFill>
                  <a:sysClr val="windowText" lastClr="000000"/>
                </a:solidFill>
                <a:effectLst/>
                <a:uLnTx/>
                <a:uFillTx/>
                <a:latin typeface="PMingLiU"/>
                <a:cs typeface="PMingLiU"/>
              </a:rPr>
              <a:t>後續須由用戶推動採購委派供應商選擇與上述規格性能相同或更優且可購買的硬件型號。</a:t>
            </a:r>
            <a:r>
              <a:rPr kumimoji="0" sz="1200" b="0" i="0" u="none" strike="noStrike" kern="0" cap="none" spc="0" normalizeH="0" baseline="0" noProof="0" dirty="0">
                <a:ln>
                  <a:noFill/>
                </a:ln>
                <a:solidFill>
                  <a:sysClr val="windowText" lastClr="000000"/>
                </a:solidFill>
                <a:effectLst/>
                <a:uLnTx/>
                <a:uFillTx/>
                <a:latin typeface="Calibri"/>
                <a:cs typeface="Calibri"/>
              </a:rPr>
              <a:t>CPEG</a:t>
            </a:r>
            <a:r>
              <a:rPr kumimoji="0" sz="1200" b="0" i="0" u="none" strike="noStrike" kern="0" cap="none" spc="-25" normalizeH="0" baseline="0" noProof="0" dirty="0">
                <a:ln>
                  <a:noFill/>
                </a:ln>
                <a:solidFill>
                  <a:sysClr val="windowText" lastClr="000000"/>
                </a:solidFill>
                <a:effectLst/>
                <a:uLnTx/>
                <a:uFillTx/>
                <a:latin typeface="Calibri"/>
                <a:cs typeface="Calibri"/>
              </a:rPr>
              <a:t> </a:t>
            </a:r>
            <a:r>
              <a:rPr kumimoji="0" sz="1200" b="0" i="0" u="none" strike="noStrike" kern="0" cap="none" spc="-10" normalizeH="0" baseline="0" noProof="0" dirty="0">
                <a:ln>
                  <a:noFill/>
                </a:ln>
                <a:solidFill>
                  <a:sysClr val="windowText" lastClr="000000"/>
                </a:solidFill>
                <a:effectLst/>
                <a:uLnTx/>
                <a:uFillTx/>
                <a:latin typeface="Calibri"/>
                <a:cs typeface="Calibri"/>
              </a:rPr>
              <a:t>AI</a:t>
            </a:r>
            <a:r>
              <a:rPr kumimoji="0" sz="1200" b="0" i="0" u="none" strike="noStrike" kern="0" cap="none" spc="-5" normalizeH="0" baseline="0" noProof="0" dirty="0">
                <a:ln>
                  <a:noFill/>
                </a:ln>
                <a:solidFill>
                  <a:sysClr val="windowText" lastClr="000000"/>
                </a:solidFill>
                <a:effectLst/>
                <a:uLnTx/>
                <a:uFillTx/>
                <a:latin typeface="PMingLiU"/>
                <a:cs typeface="PMingLiU"/>
              </a:rPr>
              <a:t>僅推薦硬件規格和參考型號，而品牌等非性能指標，由用戶根據公司政策選擇。</a:t>
            </a:r>
            <a:endParaRPr kumimoji="0" sz="1200" b="0" i="0" u="none" strike="noStrike" kern="0" cap="none" spc="0" normalizeH="0" baseline="0" noProof="0" dirty="0">
              <a:ln>
                <a:noFill/>
              </a:ln>
              <a:solidFill>
                <a:sysClr val="windowText" lastClr="000000"/>
              </a:solidFill>
              <a:effectLst/>
              <a:uLnTx/>
              <a:uFillTx/>
              <a:latin typeface="PMingLiU"/>
              <a:cs typeface="PMingLiU"/>
            </a:endParaRPr>
          </a:p>
        </p:txBody>
      </p:sp>
      <p:sp>
        <p:nvSpPr>
          <p:cNvPr id="10" name="TextBox 9">
            <a:extLst>
              <a:ext uri="{FF2B5EF4-FFF2-40B4-BE49-F238E27FC236}">
                <a16:creationId xmlns:a16="http://schemas.microsoft.com/office/drawing/2014/main" id="{45702963-C4BD-89FB-1C80-0021B7D8ECB2}"/>
              </a:ext>
            </a:extLst>
          </p:cNvPr>
          <p:cNvSpPr txBox="1"/>
          <p:nvPr/>
        </p:nvSpPr>
        <p:spPr>
          <a:xfrm>
            <a:off x="5614994" y="3271978"/>
            <a:ext cx="4367206" cy="866904"/>
          </a:xfrm>
          <a:prstGeom prst="rect">
            <a:avLst/>
          </a:prstGeom>
        </p:spPr>
        <p:txBody>
          <a:bodyPr wrap="square" rtlCol="0">
            <a:spAutoFit/>
          </a:bodyPr>
          <a:lstStyle/>
          <a:p>
            <a:pPr marL="526415" marR="0" lvl="0" indent="0" defTabSz="914400" eaLnBrk="1" fontAlgn="auto" latinLnBrk="0" hangingPunct="1">
              <a:lnSpc>
                <a:spcPct val="100000"/>
              </a:lnSpc>
              <a:spcBef>
                <a:spcPts val="545"/>
              </a:spcBef>
              <a:spcAft>
                <a:spcPts val="0"/>
              </a:spcAft>
              <a:buClrTx/>
              <a:buSzTx/>
              <a:buFontTx/>
              <a:buNone/>
              <a:tabLst>
                <a:tab pos="869315" algn="l"/>
              </a:tabLst>
              <a:defRPr/>
            </a:pPr>
            <a:r>
              <a:rPr lang="en-US" altLang="en-CN" sz="1400" kern="0" spc="-20" dirty="0">
                <a:latin typeface="Microsoft JhengHei"/>
                <a:cs typeface="Microsoft JhengHei"/>
              </a:rPr>
              <a:t>4</a:t>
            </a:r>
            <a:r>
              <a:rPr kumimoji="0" lang="en-US" altLang="en-CN" sz="1400" b="0" i="0" u="none" strike="noStrike" kern="0" cap="none" spc="-20" normalizeH="0" baseline="0" noProof="0" dirty="0">
                <a:ln>
                  <a:noFill/>
                </a:ln>
                <a:solidFill>
                  <a:schemeClr val="tx1"/>
                </a:solidFill>
                <a:effectLst/>
                <a:uLnTx/>
                <a:uFillTx/>
                <a:latin typeface="Microsoft JhengHei"/>
                <a:cs typeface="Microsoft JhengHei"/>
              </a:rPr>
              <a:t>.    AI</a:t>
            </a:r>
            <a:r>
              <a:rPr kumimoji="0" lang="en-CN" altLang="en-US" sz="1400" b="0" i="0" u="none" strike="noStrike" kern="0" cap="none" spc="-20" normalizeH="0" baseline="0" noProof="0" dirty="0">
                <a:ln>
                  <a:noFill/>
                </a:ln>
                <a:solidFill>
                  <a:schemeClr val="tx1"/>
                </a:solidFill>
                <a:effectLst/>
                <a:uLnTx/>
                <a:uFillTx/>
                <a:latin typeface="Microsoft JhengHei"/>
                <a:cs typeface="Microsoft JhengHei"/>
              </a:rPr>
              <a:t>算法</a:t>
            </a:r>
            <a:r>
              <a:rPr kumimoji="0" lang="en-US" altLang="en-US" sz="1400" b="0" i="0" u="none" strike="noStrike" kern="0" cap="none" spc="-20" normalizeH="0" baseline="0" noProof="0" dirty="0">
                <a:ln>
                  <a:noFill/>
                </a:ln>
                <a:solidFill>
                  <a:schemeClr val="tx1"/>
                </a:solidFill>
                <a:effectLst/>
                <a:uLnTx/>
                <a:uFillTx/>
                <a:latin typeface="Microsoft JhengHei"/>
                <a:cs typeface="Microsoft JhengHei"/>
              </a:rPr>
              <a:t>工程师：</a:t>
            </a:r>
            <a:r>
              <a:rPr kumimoji="0" lang="en-US" altLang="en-CN" sz="1400" b="0" i="0" u="none" strike="noStrike" kern="0" cap="none" spc="-20" normalizeH="0" baseline="0" noProof="0" dirty="0">
                <a:ln>
                  <a:noFill/>
                </a:ln>
                <a:solidFill>
                  <a:schemeClr val="tx1"/>
                </a:solidFill>
                <a:effectLst/>
                <a:uLnTx/>
                <a:uFillTx/>
                <a:latin typeface="Microsoft JhengHei"/>
                <a:cs typeface="Microsoft JhengHei"/>
              </a:rPr>
              <a:t>1</a:t>
            </a:r>
            <a:r>
              <a:rPr kumimoji="0" lang="en-CN" altLang="en-US" sz="1400" b="0" i="0" u="none" strike="noStrike" kern="0" cap="none" spc="-20" normalizeH="0" baseline="0" noProof="0" dirty="0">
                <a:ln>
                  <a:noFill/>
                </a:ln>
                <a:solidFill>
                  <a:schemeClr val="tx1"/>
                </a:solidFill>
                <a:effectLst/>
                <a:uLnTx/>
                <a:uFillTx/>
                <a:latin typeface="Microsoft JhengHei"/>
                <a:cs typeface="Microsoft JhengHei"/>
              </a:rPr>
              <a:t>人</a:t>
            </a:r>
            <a:r>
              <a:rPr kumimoji="0" lang="en-US" altLang="en-US" sz="1400" b="0" i="0" u="none" strike="noStrike" kern="0" cap="none" spc="-20" normalizeH="0" baseline="0" noProof="0" dirty="0">
                <a:ln>
                  <a:noFill/>
                </a:ln>
                <a:solidFill>
                  <a:schemeClr val="tx1"/>
                </a:solidFill>
                <a:effectLst/>
                <a:uLnTx/>
                <a:uFillTx/>
                <a:latin typeface="Microsoft JhengHei"/>
                <a:cs typeface="Microsoft JhengHei"/>
              </a:rPr>
              <a:t>（负责</a:t>
            </a:r>
            <a:r>
              <a:rPr kumimoji="0" lang="en-US" altLang="en-CN" sz="1400" b="0" i="0" u="none" strike="noStrike" kern="0" cap="none" spc="-20" normalizeH="0" baseline="0" noProof="0" dirty="0">
                <a:ln>
                  <a:noFill/>
                </a:ln>
                <a:solidFill>
                  <a:schemeClr val="tx1"/>
                </a:solidFill>
                <a:effectLst/>
                <a:uLnTx/>
                <a:uFillTx/>
                <a:latin typeface="Microsoft JhengHei"/>
                <a:cs typeface="Microsoft JhengHei"/>
              </a:rPr>
              <a:t>AI</a:t>
            </a:r>
            <a:r>
              <a:rPr kumimoji="0" lang="en-CN" altLang="en-US" sz="1400" b="0" i="0" u="none" strike="noStrike" kern="0" cap="none" spc="-20" normalizeH="0" baseline="0" noProof="0" dirty="0">
                <a:ln>
                  <a:noFill/>
                </a:ln>
                <a:solidFill>
                  <a:schemeClr val="tx1"/>
                </a:solidFill>
                <a:effectLst/>
                <a:uLnTx/>
                <a:uFillTx/>
                <a:latin typeface="Microsoft JhengHei"/>
                <a:cs typeface="Microsoft JhengHei"/>
              </a:rPr>
              <a:t>算法</a:t>
            </a:r>
            <a:r>
              <a:rPr kumimoji="0" lang="en-US" altLang="en-US" sz="1400" b="0" i="0" u="none" strike="noStrike" kern="0" cap="none" spc="-20" normalizeH="0" baseline="0" noProof="0" dirty="0">
                <a:ln>
                  <a:noFill/>
                </a:ln>
                <a:solidFill>
                  <a:schemeClr val="tx1"/>
                </a:solidFill>
                <a:effectLst/>
                <a:uLnTx/>
                <a:uFillTx/>
                <a:latin typeface="Microsoft JhengHei"/>
                <a:cs typeface="Microsoft JhengHei"/>
              </a:rPr>
              <a:t>优化）</a:t>
            </a:r>
            <a:endParaRPr kumimoji="0" sz="1400" b="0" i="0" u="none" strike="noStrike" kern="0" cap="none" spc="0" normalizeH="0" baseline="0" noProof="0" dirty="0">
              <a:ln>
                <a:noFill/>
              </a:ln>
              <a:solidFill>
                <a:schemeClr val="tx1"/>
              </a:solidFill>
              <a:effectLst/>
              <a:uLnTx/>
              <a:uFillTx/>
              <a:latin typeface="Microsoft JhengHei"/>
              <a:cs typeface="Microsoft JhengHei"/>
            </a:endParaRPr>
          </a:p>
          <a:p>
            <a:pPr marL="526415" marR="0" lvl="0" indent="0" defTabSz="914400" eaLnBrk="1" fontAlgn="auto" latinLnBrk="0" hangingPunct="1">
              <a:lnSpc>
                <a:spcPct val="100000"/>
              </a:lnSpc>
              <a:spcBef>
                <a:spcPts val="545"/>
              </a:spcBef>
              <a:spcAft>
                <a:spcPts val="0"/>
              </a:spcAft>
              <a:buClrTx/>
              <a:buSzTx/>
              <a:buFontTx/>
              <a:buNone/>
              <a:tabLst>
                <a:tab pos="869315" algn="l"/>
              </a:tabLst>
              <a:defRPr/>
            </a:pPr>
            <a:r>
              <a:rPr lang="en-US" altLang="en-CN" sz="1400" kern="0" spc="-20" dirty="0">
                <a:latin typeface="Microsoft JhengHei"/>
                <a:cs typeface="Microsoft JhengHei"/>
              </a:rPr>
              <a:t>5</a:t>
            </a:r>
            <a:r>
              <a:rPr kumimoji="0" lang="en-US" altLang="en-CN" sz="1400" b="0" i="0" u="none" strike="noStrike" kern="0" cap="none" spc="-20" normalizeH="0" baseline="0" noProof="0" dirty="0">
                <a:ln>
                  <a:noFill/>
                </a:ln>
                <a:solidFill>
                  <a:schemeClr val="tx1"/>
                </a:solidFill>
                <a:effectLst/>
                <a:uLnTx/>
                <a:uFillTx/>
                <a:latin typeface="Microsoft JhengHei"/>
                <a:cs typeface="Microsoft JhengHei"/>
              </a:rPr>
              <a:t>.    AI</a:t>
            </a:r>
            <a:r>
              <a:rPr kumimoji="0" lang="en-CN" altLang="en-US" sz="1400" b="0" i="0" u="none" strike="noStrike" kern="0" cap="none" spc="-20" normalizeH="0" baseline="0" noProof="0" dirty="0">
                <a:ln>
                  <a:noFill/>
                </a:ln>
                <a:solidFill>
                  <a:schemeClr val="tx1"/>
                </a:solidFill>
                <a:effectLst/>
                <a:uLnTx/>
                <a:uFillTx/>
                <a:latin typeface="Microsoft JhengHei"/>
                <a:cs typeface="Microsoft JhengHei"/>
              </a:rPr>
              <a:t>算法</a:t>
            </a:r>
            <a:r>
              <a:rPr kumimoji="0" lang="en-US" altLang="en-US" sz="1400" b="0" i="0" u="none" strike="noStrike" kern="0" cap="none" spc="-20" normalizeH="0" baseline="0" noProof="0" dirty="0">
                <a:ln>
                  <a:noFill/>
                </a:ln>
                <a:solidFill>
                  <a:schemeClr val="tx1"/>
                </a:solidFill>
                <a:effectLst/>
                <a:uLnTx/>
                <a:uFillTx/>
                <a:latin typeface="Microsoft JhengHei"/>
                <a:cs typeface="Microsoft JhengHei"/>
              </a:rPr>
              <a:t>经理：</a:t>
            </a:r>
            <a:r>
              <a:rPr kumimoji="0" lang="en-US" altLang="en-CN" sz="1400" b="0" i="0" u="none" strike="noStrike" kern="0" cap="none" spc="-20" normalizeH="0" baseline="0" noProof="0" dirty="0">
                <a:ln>
                  <a:noFill/>
                </a:ln>
                <a:solidFill>
                  <a:schemeClr val="tx1"/>
                </a:solidFill>
                <a:effectLst/>
                <a:uLnTx/>
                <a:uFillTx/>
                <a:latin typeface="Microsoft JhengHei"/>
                <a:cs typeface="Microsoft JhengHei"/>
              </a:rPr>
              <a:t>1</a:t>
            </a:r>
            <a:r>
              <a:rPr kumimoji="0" lang="en-CN" altLang="en-US" sz="1400" b="0" i="0" u="none" strike="noStrike" kern="0" cap="none" spc="-20" normalizeH="0" baseline="0" noProof="0" dirty="0">
                <a:ln>
                  <a:noFill/>
                </a:ln>
                <a:solidFill>
                  <a:schemeClr val="tx1"/>
                </a:solidFill>
                <a:effectLst/>
                <a:uLnTx/>
                <a:uFillTx/>
                <a:latin typeface="Microsoft JhengHei"/>
                <a:cs typeface="Microsoft JhengHei"/>
              </a:rPr>
              <a:t>人</a:t>
            </a:r>
            <a:r>
              <a:rPr kumimoji="0" lang="en-US" altLang="en-US" sz="1400" b="0" i="0" u="none" strike="noStrike" kern="0" cap="none" spc="-20" normalizeH="0" baseline="0" noProof="0" dirty="0">
                <a:ln>
                  <a:noFill/>
                </a:ln>
                <a:solidFill>
                  <a:schemeClr val="tx1"/>
                </a:solidFill>
                <a:effectLst/>
                <a:uLnTx/>
                <a:uFillTx/>
                <a:latin typeface="Microsoft JhengHei"/>
                <a:cs typeface="Microsoft JhengHei"/>
              </a:rPr>
              <a:t>（负责</a:t>
            </a:r>
            <a:r>
              <a:rPr kumimoji="0" lang="en-US" altLang="en-CN" sz="1400" b="0" i="0" u="none" strike="noStrike" kern="0" cap="none" spc="-20" normalizeH="0" baseline="0" noProof="0" dirty="0">
                <a:ln>
                  <a:noFill/>
                </a:ln>
                <a:solidFill>
                  <a:schemeClr val="tx1"/>
                </a:solidFill>
                <a:effectLst/>
                <a:uLnTx/>
                <a:uFillTx/>
                <a:latin typeface="Microsoft JhengHei"/>
                <a:cs typeface="Microsoft JhengHei"/>
              </a:rPr>
              <a:t>AI</a:t>
            </a:r>
            <a:r>
              <a:rPr kumimoji="0" lang="en-CN" altLang="en-US" sz="1400" b="0" i="0" u="none" strike="noStrike" kern="0" cap="none" spc="-20" normalizeH="0" baseline="0" noProof="0" dirty="0">
                <a:ln>
                  <a:noFill/>
                </a:ln>
                <a:solidFill>
                  <a:schemeClr val="tx1"/>
                </a:solidFill>
                <a:effectLst/>
                <a:uLnTx/>
                <a:uFillTx/>
                <a:latin typeface="Microsoft JhengHei"/>
                <a:cs typeface="Microsoft JhengHei"/>
              </a:rPr>
              <a:t>专利</a:t>
            </a:r>
            <a:r>
              <a:rPr kumimoji="0" lang="en-US" altLang="en-US" sz="1400" b="0" i="0" u="none" strike="noStrike" kern="0" cap="none" spc="-20" normalizeH="0" baseline="0" noProof="0" dirty="0">
                <a:ln>
                  <a:noFill/>
                </a:ln>
                <a:solidFill>
                  <a:schemeClr val="tx1"/>
                </a:solidFill>
                <a:effectLst/>
                <a:uLnTx/>
                <a:uFillTx/>
                <a:latin typeface="Microsoft JhengHei"/>
                <a:cs typeface="Microsoft JhengHei"/>
              </a:rPr>
              <a:t>授权）</a:t>
            </a:r>
            <a:endParaRPr kumimoji="0" sz="1400" b="0" i="0" u="none" strike="noStrike" kern="0" cap="none" spc="0" normalizeH="0" baseline="0" noProof="0" dirty="0">
              <a:ln>
                <a:noFill/>
              </a:ln>
              <a:solidFill>
                <a:schemeClr val="tx1"/>
              </a:solidFill>
              <a:effectLst/>
              <a:uLnTx/>
              <a:uFillTx/>
              <a:latin typeface="Microsoft JhengHei"/>
              <a:cs typeface="Microsoft JhengHei"/>
            </a:endParaRPr>
          </a:p>
          <a:p>
            <a:pPr marL="526415" marR="0" lvl="0" indent="0" defTabSz="914400" eaLnBrk="1" fontAlgn="auto" latinLnBrk="0" hangingPunct="1">
              <a:lnSpc>
                <a:spcPct val="100000"/>
              </a:lnSpc>
              <a:spcBef>
                <a:spcPts val="545"/>
              </a:spcBef>
              <a:spcAft>
                <a:spcPts val="0"/>
              </a:spcAft>
              <a:buClrTx/>
              <a:buSzTx/>
              <a:buFontTx/>
              <a:buNone/>
              <a:tabLst>
                <a:tab pos="869315" algn="l"/>
              </a:tabLst>
              <a:defRPr/>
            </a:pPr>
            <a:r>
              <a:rPr lang="en-US" altLang="en-CN" sz="1400" kern="0" spc="-20" dirty="0">
                <a:latin typeface="Microsoft JhengHei"/>
                <a:cs typeface="Microsoft JhengHei"/>
              </a:rPr>
              <a:t>6</a:t>
            </a:r>
            <a:r>
              <a:rPr kumimoji="0" lang="en-US" altLang="en-CN" sz="1400" b="0" i="0" u="none" strike="noStrike" kern="0" cap="none" spc="-20" normalizeH="0" baseline="0" noProof="0" dirty="0">
                <a:ln>
                  <a:noFill/>
                </a:ln>
                <a:solidFill>
                  <a:schemeClr val="tx1"/>
                </a:solidFill>
                <a:effectLst/>
                <a:uLnTx/>
                <a:uFillTx/>
                <a:latin typeface="Microsoft JhengHei"/>
                <a:cs typeface="Microsoft JhengHei"/>
              </a:rPr>
              <a:t>.     AI</a:t>
            </a:r>
            <a:r>
              <a:rPr kumimoji="0" lang="en-CN" altLang="en-US" sz="1400" b="0" i="0" u="none" strike="noStrike" kern="0" cap="none" spc="-20" normalizeH="0" baseline="0" noProof="0" dirty="0">
                <a:ln>
                  <a:noFill/>
                </a:ln>
                <a:solidFill>
                  <a:schemeClr val="tx1"/>
                </a:solidFill>
                <a:effectLst/>
                <a:uLnTx/>
                <a:uFillTx/>
                <a:latin typeface="Microsoft JhengHei"/>
                <a:cs typeface="Microsoft JhengHei"/>
              </a:rPr>
              <a:t>总监</a:t>
            </a:r>
            <a:r>
              <a:rPr kumimoji="0" lang="en-US" altLang="en-US" sz="1400" b="0" i="0" u="none" strike="noStrike" kern="0" cap="none" spc="-20" normalizeH="0" baseline="0" noProof="0" dirty="0">
                <a:ln>
                  <a:noFill/>
                </a:ln>
                <a:solidFill>
                  <a:schemeClr val="tx1"/>
                </a:solidFill>
                <a:effectLst/>
                <a:uLnTx/>
                <a:uFillTx/>
                <a:latin typeface="Microsoft JhengHei"/>
                <a:cs typeface="Microsoft JhengHei"/>
              </a:rPr>
              <a:t>：</a:t>
            </a:r>
            <a:r>
              <a:rPr kumimoji="0" lang="en-US" altLang="en-CN" sz="1400" b="0" i="0" u="none" strike="noStrike" kern="0" cap="none" spc="-20" normalizeH="0" baseline="0" noProof="0" dirty="0">
                <a:ln>
                  <a:noFill/>
                </a:ln>
                <a:solidFill>
                  <a:schemeClr val="tx1"/>
                </a:solidFill>
                <a:effectLst/>
                <a:uLnTx/>
                <a:uFillTx/>
                <a:latin typeface="Microsoft JhengHei"/>
                <a:cs typeface="Microsoft JhengHei"/>
              </a:rPr>
              <a:t>1</a:t>
            </a:r>
            <a:r>
              <a:rPr kumimoji="0" lang="en-CN" altLang="en-US" sz="1400" b="0" i="0" u="none" strike="noStrike" kern="0" cap="none" spc="-20" normalizeH="0" baseline="0" noProof="0" dirty="0">
                <a:ln>
                  <a:noFill/>
                </a:ln>
                <a:solidFill>
                  <a:schemeClr val="tx1"/>
                </a:solidFill>
                <a:effectLst/>
                <a:uLnTx/>
                <a:uFillTx/>
                <a:latin typeface="Microsoft JhengHei"/>
                <a:cs typeface="Microsoft JhengHei"/>
              </a:rPr>
              <a:t>人</a:t>
            </a:r>
            <a:r>
              <a:rPr kumimoji="0" lang="en-US" altLang="en-US" sz="1400" b="0" i="0" u="none" strike="noStrike" kern="0" cap="none" spc="-20" normalizeH="0" baseline="0" noProof="0" dirty="0">
                <a:ln>
                  <a:noFill/>
                </a:ln>
                <a:solidFill>
                  <a:schemeClr val="tx1"/>
                </a:solidFill>
                <a:effectLst/>
                <a:uLnTx/>
                <a:uFillTx/>
                <a:latin typeface="Microsoft JhengHei"/>
                <a:cs typeface="Microsoft JhengHei"/>
              </a:rPr>
              <a:t>（负责专案整体管理）</a:t>
            </a:r>
            <a:endParaRPr kumimoji="0" lang="en-CN" sz="2800" b="0" i="0" u="none" strike="noStrike" kern="0"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1765314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325482C-D3E6-31BB-91BC-33EAD09D83BC}"/>
              </a:ext>
            </a:extLst>
          </p:cNvPr>
          <p:cNvGraphicFramePr>
            <a:graphicFrameLocks noGrp="1"/>
          </p:cNvGraphicFramePr>
          <p:nvPr>
            <p:extLst>
              <p:ext uri="{D42A27DB-BD31-4B8C-83A1-F6EECF244321}">
                <p14:modId xmlns:p14="http://schemas.microsoft.com/office/powerpoint/2010/main" val="2247147360"/>
              </p:ext>
            </p:extLst>
          </p:nvPr>
        </p:nvGraphicFramePr>
        <p:xfrm>
          <a:off x="1413434" y="827243"/>
          <a:ext cx="9433860" cy="5017744"/>
        </p:xfrm>
        <a:graphic>
          <a:graphicData uri="http://schemas.openxmlformats.org/drawingml/2006/table">
            <a:tbl>
              <a:tblPr firstRow="1" bandRow="1">
                <a:tableStyleId>{5C22544A-7EE6-4342-B048-85BDC9FD1C3A}</a:tableStyleId>
              </a:tblPr>
              <a:tblGrid>
                <a:gridCol w="3144620">
                  <a:extLst>
                    <a:ext uri="{9D8B030D-6E8A-4147-A177-3AD203B41FA5}">
                      <a16:colId xmlns:a16="http://schemas.microsoft.com/office/drawing/2014/main" val="3336368711"/>
                    </a:ext>
                  </a:extLst>
                </a:gridCol>
                <a:gridCol w="3144620">
                  <a:extLst>
                    <a:ext uri="{9D8B030D-6E8A-4147-A177-3AD203B41FA5}">
                      <a16:colId xmlns:a16="http://schemas.microsoft.com/office/drawing/2014/main" val="4279074579"/>
                    </a:ext>
                  </a:extLst>
                </a:gridCol>
                <a:gridCol w="3144620">
                  <a:extLst>
                    <a:ext uri="{9D8B030D-6E8A-4147-A177-3AD203B41FA5}">
                      <a16:colId xmlns:a16="http://schemas.microsoft.com/office/drawing/2014/main" val="1043579433"/>
                    </a:ext>
                  </a:extLst>
                </a:gridCol>
              </a:tblGrid>
              <a:tr h="530094">
                <a:tc>
                  <a:txBody>
                    <a:bodyPr/>
                    <a:lstStyle/>
                    <a:p>
                      <a:pPr algn="ctr"/>
                      <a:r>
                        <a:rPr lang="en-US" dirty="0">
                          <a:latin typeface="Microsoft JhengHei" panose="020B0604030504040204" pitchFamily="34" charset="-120"/>
                          <a:ea typeface="Microsoft JhengHei" panose="020B0604030504040204" pitchFamily="34" charset="-120"/>
                        </a:rPr>
                        <a:t>Issue</a:t>
                      </a:r>
                    </a:p>
                  </a:txBody>
                  <a:tcPr/>
                </a:tc>
                <a:tc>
                  <a:txBody>
                    <a:bodyPr/>
                    <a:lstStyle/>
                    <a:p>
                      <a:pPr algn="ctr"/>
                      <a:r>
                        <a:rPr lang="en-US" dirty="0">
                          <a:latin typeface="Microsoft JhengHei" panose="020B0604030504040204" pitchFamily="34" charset="-120"/>
                          <a:ea typeface="Microsoft JhengHei" panose="020B0604030504040204" pitchFamily="34" charset="-120"/>
                        </a:rPr>
                        <a:t>Solution </a:t>
                      </a:r>
                    </a:p>
                  </a:txBody>
                  <a:tcPr/>
                </a:tc>
                <a:tc>
                  <a:txBody>
                    <a:bodyPr/>
                    <a:lstStyle/>
                    <a:p>
                      <a:pPr algn="ctr"/>
                      <a:r>
                        <a:rPr lang="en-US" dirty="0">
                          <a:latin typeface="Microsoft JhengHei" panose="020B0604030504040204" pitchFamily="34" charset="-120"/>
                          <a:ea typeface="Microsoft JhengHei" panose="020B0604030504040204" pitchFamily="34" charset="-120"/>
                        </a:rPr>
                        <a:t>Acceptance</a:t>
                      </a:r>
                    </a:p>
                  </a:txBody>
                  <a:tcPr/>
                </a:tc>
                <a:extLst>
                  <a:ext uri="{0D108BD9-81ED-4DB2-BD59-A6C34878D82A}">
                    <a16:rowId xmlns:a16="http://schemas.microsoft.com/office/drawing/2014/main" val="1504606657"/>
                  </a:ext>
                </a:extLst>
              </a:tr>
              <a:tr h="1045666">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X-ray image saving relies on manual operator action</a:t>
                      </a:r>
                    </a:p>
                  </a:txBody>
                  <a:tcPr/>
                </a:tc>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Auto image saving after inspection (reduce human error)</a:t>
                      </a:r>
                    </a:p>
                  </a:txBody>
                  <a:tcPr/>
                </a:tc>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Image saved automatically, no manual trigger</a:t>
                      </a:r>
                    </a:p>
                  </a:txBody>
                  <a:tcPr/>
                </a:tc>
                <a:extLst>
                  <a:ext uri="{0D108BD9-81ED-4DB2-BD59-A6C34878D82A}">
                    <a16:rowId xmlns:a16="http://schemas.microsoft.com/office/drawing/2014/main" val="2313514555"/>
                  </a:ext>
                </a:extLst>
              </a:tr>
              <a:tr h="1045666">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No SOP validation for inspection location &amp; component</a:t>
                      </a:r>
                    </a:p>
                  </a:txBody>
                  <a:tcPr/>
                </a:tc>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SOP-based location validation before confirmation</a:t>
                      </a:r>
                    </a:p>
                  </a:txBody>
                  <a:tcPr/>
                </a:tc>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Image must match SOP-defined location</a:t>
                      </a:r>
                    </a:p>
                  </a:txBody>
                  <a:tcPr/>
                </a:tc>
                <a:extLst>
                  <a:ext uri="{0D108BD9-81ED-4DB2-BD59-A6C34878D82A}">
                    <a16:rowId xmlns:a16="http://schemas.microsoft.com/office/drawing/2014/main" val="1982585888"/>
                  </a:ext>
                </a:extLst>
              </a:tr>
              <a:tr h="1655638">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Missing / incorrect images cannot be detected</a:t>
                      </a:r>
                    </a:p>
                  </a:txBody>
                  <a:tcPr/>
                </a:tc>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Alert &amp; blocking mechanism for incorrect / missing images</a:t>
                      </a:r>
                    </a:p>
                  </a:txBody>
                  <a:tcPr/>
                </a:tc>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Inspection cannot be completed if the detected model or PCB does not match the SOP-defined configuration.</a:t>
                      </a:r>
                    </a:p>
                  </a:txBody>
                  <a:tcPr/>
                </a:tc>
                <a:extLst>
                  <a:ext uri="{0D108BD9-81ED-4DB2-BD59-A6C34878D82A}">
                    <a16:rowId xmlns:a16="http://schemas.microsoft.com/office/drawing/2014/main" val="798473890"/>
                  </a:ext>
                </a:extLst>
              </a:tr>
              <a:tr h="740680">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Risk of incomplete inspection records &amp; audit failure</a:t>
                      </a:r>
                    </a:p>
                  </a:txBody>
                  <a:tcPr/>
                </a:tc>
                <a:tc>
                  <a:txBody>
                    <a:bodyPr/>
                    <a:lstStyle/>
                    <a:p>
                      <a:r>
                        <a:rPr lang="en-US" sz="1400" b="0" dirty="0">
                          <a:solidFill>
                            <a:schemeClr val="tx1"/>
                          </a:solidFill>
                          <a:latin typeface="Microsoft JhengHei" panose="020B0604030504040204" pitchFamily="34" charset="-120"/>
                          <a:ea typeface="Microsoft JhengHei" panose="020B0604030504040204" pitchFamily="34" charset="-120"/>
                        </a:rPr>
                        <a:t>Ensure data integrity</a:t>
                      </a:r>
                    </a:p>
                  </a:txBody>
                  <a:tcPr/>
                </a:tc>
                <a:tc>
                  <a:txBody>
                    <a:bodyPr/>
                    <a:lstStyle/>
                    <a:p>
                      <a:endParaRPr lang="en-US" sz="1400" b="0" dirty="0">
                        <a:solidFill>
                          <a:schemeClr val="tx1"/>
                        </a:solidFill>
                        <a:latin typeface="Microsoft JhengHei" panose="020B0604030504040204" pitchFamily="34" charset="-120"/>
                        <a:ea typeface="Microsoft JhengHei" panose="020B0604030504040204" pitchFamily="34" charset="-120"/>
                      </a:endParaRPr>
                    </a:p>
                  </a:txBody>
                  <a:tcPr/>
                </a:tc>
                <a:extLst>
                  <a:ext uri="{0D108BD9-81ED-4DB2-BD59-A6C34878D82A}">
                    <a16:rowId xmlns:a16="http://schemas.microsoft.com/office/drawing/2014/main" val="2817516340"/>
                  </a:ext>
                </a:extLst>
              </a:tr>
            </a:tbl>
          </a:graphicData>
        </a:graphic>
      </p:graphicFrame>
      <p:sp>
        <p:nvSpPr>
          <p:cNvPr id="3" name="矩形 86">
            <a:extLst>
              <a:ext uri="{FF2B5EF4-FFF2-40B4-BE49-F238E27FC236}">
                <a16:creationId xmlns:a16="http://schemas.microsoft.com/office/drawing/2014/main" id="{5861A105-2F03-82A9-2EFC-A50EEE013FFF}"/>
              </a:ext>
            </a:extLst>
          </p:cNvPr>
          <p:cNvSpPr/>
          <p:nvPr/>
        </p:nvSpPr>
        <p:spPr>
          <a:xfrm>
            <a:off x="-50900" y="-10509"/>
            <a:ext cx="5984896" cy="461665"/>
          </a:xfrm>
          <a:prstGeom prst="rect">
            <a:avLst/>
          </a:prstGeom>
          <a:noFill/>
        </p:spPr>
        <p:txBody>
          <a:bodyPr wrap="square">
            <a:spAutoFit/>
          </a:bodyPr>
          <a:lstStyle/>
          <a:p>
            <a:pPr defTabSz="913765">
              <a:defRPr/>
            </a:pPr>
            <a:r>
              <a:rPr lang="en-US" altLang="zh-CN" sz="2400" dirty="0">
                <a:latin typeface="Microsoft JhengHei" panose="020B0604030504040204" pitchFamily="34" charset="-120"/>
                <a:ea typeface="Microsoft JhengHei" panose="020B0604030504040204" pitchFamily="34" charset="-120"/>
                <a:cs typeface="+mj-cs"/>
                <a:sym typeface="Wingdings" panose="05000000000000000000" pitchFamily="2" charset="2"/>
              </a:rPr>
              <a:t>2.</a:t>
            </a:r>
            <a:r>
              <a:rPr lang="zh-TW" altLang="en-US" sz="2400" dirty="0">
                <a:latin typeface="Microsoft JhengHei" panose="020B0604030504040204" pitchFamily="34" charset="-120"/>
                <a:ea typeface="Microsoft JhengHei" panose="020B0604030504040204" pitchFamily="34" charset="-120"/>
                <a:cs typeface="+mj-cs"/>
              </a:rPr>
              <a:t> </a:t>
            </a:r>
            <a:r>
              <a:rPr lang="en-US" sz="2400" dirty="0"/>
              <a:t>Smart X-Ray Inspection System</a:t>
            </a:r>
            <a:endParaRPr lang="en-US" altLang="zh-CN" sz="2400" dirty="0">
              <a:solidFill>
                <a:srgbClr val="0000FF"/>
              </a:solidFill>
              <a:latin typeface="Microsoft JhengHei" panose="020B0604030504040204" pitchFamily="34" charset="-120"/>
              <a:ea typeface="Microsoft JhengHei" panose="020B0604030504040204" pitchFamily="34" charset="-120"/>
              <a:cs typeface="Arial" panose="020B0604020202020204" pitchFamily="34" charset="0"/>
            </a:endParaRPr>
          </a:p>
        </p:txBody>
      </p:sp>
    </p:spTree>
    <p:extLst>
      <p:ext uri="{BB962C8B-B14F-4D97-AF65-F5344CB8AC3E}">
        <p14:creationId xmlns:p14="http://schemas.microsoft.com/office/powerpoint/2010/main" val="945078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86">
            <a:extLst>
              <a:ext uri="{FF2B5EF4-FFF2-40B4-BE49-F238E27FC236}">
                <a16:creationId xmlns:a16="http://schemas.microsoft.com/office/drawing/2014/main" id="{8042C10B-84E5-A04D-8CBD-35AEC76CC406}"/>
              </a:ext>
            </a:extLst>
          </p:cNvPr>
          <p:cNvSpPr/>
          <p:nvPr/>
        </p:nvSpPr>
        <p:spPr>
          <a:xfrm>
            <a:off x="-50901" y="-10509"/>
            <a:ext cx="6586171" cy="461665"/>
          </a:xfrm>
          <a:prstGeom prst="rect">
            <a:avLst/>
          </a:prstGeom>
          <a:noFill/>
        </p:spPr>
        <p:txBody>
          <a:bodyPr wrap="square">
            <a:spAutoFit/>
          </a:bodyPr>
          <a:lstStyle/>
          <a:p>
            <a:pPr defTabSz="913765">
              <a:defRPr/>
            </a:pPr>
            <a:r>
              <a:rPr lang="en-US" altLang="zh-CN" sz="2400" dirty="0">
                <a:latin typeface="Microsoft JhengHei" panose="020B0604030504040204" pitchFamily="34" charset="-120"/>
                <a:ea typeface="Microsoft JhengHei" panose="020B0604030504040204" pitchFamily="34" charset="-120"/>
                <a:cs typeface="+mj-cs"/>
                <a:sym typeface="Wingdings" panose="05000000000000000000" pitchFamily="2" charset="2"/>
              </a:rPr>
              <a:t>2.</a:t>
            </a:r>
            <a:r>
              <a:rPr lang="zh-TW" altLang="en-US" sz="2400" dirty="0">
                <a:latin typeface="Microsoft JhengHei" panose="020B0604030504040204" pitchFamily="34" charset="-120"/>
                <a:ea typeface="Microsoft JhengHei" panose="020B0604030504040204" pitchFamily="34" charset="-120"/>
                <a:cs typeface="+mj-cs"/>
              </a:rPr>
              <a:t> </a:t>
            </a:r>
            <a:r>
              <a:rPr lang="en-US" sz="2400" dirty="0"/>
              <a:t>System Processing Flow</a:t>
            </a:r>
            <a:endParaRPr lang="en-US" altLang="zh-CN" sz="2400" dirty="0">
              <a:solidFill>
                <a:srgbClr val="0000FF"/>
              </a:solidFill>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25" name="矩形: 圓角 6">
            <a:extLst>
              <a:ext uri="{FF2B5EF4-FFF2-40B4-BE49-F238E27FC236}">
                <a16:creationId xmlns:a16="http://schemas.microsoft.com/office/drawing/2014/main" id="{44893678-AD2F-1AFC-2143-5C5E74A48CE1}"/>
              </a:ext>
            </a:extLst>
          </p:cNvPr>
          <p:cNvSpPr/>
          <p:nvPr/>
        </p:nvSpPr>
        <p:spPr>
          <a:xfrm>
            <a:off x="263769" y="5270177"/>
            <a:ext cx="11579470" cy="1258485"/>
          </a:xfrm>
          <a:prstGeom prst="roundRect">
            <a:avLst>
              <a:gd name="adj" fmla="val 2806"/>
            </a:avLst>
          </a:prstGeom>
          <a:solidFill>
            <a:srgbClr val="FFC000">
              <a:alpha val="13000"/>
            </a:srgbClr>
          </a:solidFill>
          <a:ln w="12700" cap="flat" cmpd="sng" algn="ctr">
            <a:gradFill flip="none" rotWithShape="1">
              <a:gsLst>
                <a:gs pos="0">
                  <a:srgbClr val="00B0F0">
                    <a:alpha val="60000"/>
                  </a:srgbClr>
                </a:gs>
                <a:gs pos="100000">
                  <a:srgbClr val="3632D6">
                    <a:alpha val="20000"/>
                  </a:srgbClr>
                </a:gs>
              </a:gsLst>
              <a:lin ang="2700000" scaled="1"/>
              <a:tileRect/>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rPr>
              <a:t>``</a:t>
            </a:r>
            <a:endParaRPr kumimoji="0" lang="zh-TW"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endParaRPr>
          </a:p>
        </p:txBody>
      </p:sp>
      <p:sp>
        <p:nvSpPr>
          <p:cNvPr id="26" name="矩形: 圓角 162">
            <a:extLst>
              <a:ext uri="{FF2B5EF4-FFF2-40B4-BE49-F238E27FC236}">
                <a16:creationId xmlns:a16="http://schemas.microsoft.com/office/drawing/2014/main" id="{AD8F0EE0-1A8D-A06A-79A1-EA760ABF4B65}"/>
              </a:ext>
            </a:extLst>
          </p:cNvPr>
          <p:cNvSpPr/>
          <p:nvPr/>
        </p:nvSpPr>
        <p:spPr>
          <a:xfrm>
            <a:off x="241407" y="4336313"/>
            <a:ext cx="11589583" cy="818450"/>
          </a:xfrm>
          <a:prstGeom prst="roundRect">
            <a:avLst>
              <a:gd name="adj" fmla="val 8207"/>
            </a:avLst>
          </a:prstGeom>
          <a:solidFill>
            <a:srgbClr val="FFC000">
              <a:alpha val="13000"/>
            </a:srgbClr>
          </a:solidFill>
          <a:ln w="12700" cap="flat" cmpd="sng" algn="ctr">
            <a:gradFill flip="none" rotWithShape="1">
              <a:gsLst>
                <a:gs pos="0">
                  <a:srgbClr val="00B0F0">
                    <a:alpha val="60000"/>
                  </a:srgbClr>
                </a:gs>
                <a:gs pos="100000">
                  <a:srgbClr val="3632D6">
                    <a:alpha val="20000"/>
                  </a:srgbClr>
                </a:gs>
              </a:gsLst>
              <a:lin ang="2700000" scaled="1"/>
              <a:tileRect/>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endParaRPr>
          </a:p>
        </p:txBody>
      </p:sp>
      <p:sp>
        <p:nvSpPr>
          <p:cNvPr id="27" name="文字方塊 252">
            <a:extLst>
              <a:ext uri="{FF2B5EF4-FFF2-40B4-BE49-F238E27FC236}">
                <a16:creationId xmlns:a16="http://schemas.microsoft.com/office/drawing/2014/main" id="{D8BF169D-74EF-833E-6179-D8F979675F8B}"/>
              </a:ext>
            </a:extLst>
          </p:cNvPr>
          <p:cNvSpPr txBox="1">
            <a:spLocks noChangeArrowheads="1"/>
          </p:cNvSpPr>
          <p:nvPr/>
        </p:nvSpPr>
        <p:spPr bwMode="auto">
          <a:xfrm>
            <a:off x="185111" y="4275914"/>
            <a:ext cx="1285866" cy="738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45" tIns="60923" rIns="121845" bIns="60923"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609478" fontAlgn="base">
              <a:spcBef>
                <a:spcPct val="0"/>
              </a:spcBef>
              <a:spcAft>
                <a:spcPct val="0"/>
              </a:spcAft>
              <a:defRPr/>
            </a:pPr>
            <a:r>
              <a:rPr lang="en-US" altLang="zh-CN" b="1" dirty="0">
                <a:solidFill>
                  <a:srgbClr val="FFC000"/>
                </a:solidFill>
                <a:latin typeface="Calibri" panose="020F0502020204030204" pitchFamily="34" charset="0"/>
                <a:ea typeface="Microsoft JhengHei" panose="020B0604030504040204" pitchFamily="34" charset="-120"/>
                <a:cs typeface="Calibri" panose="020F0502020204030204" pitchFamily="34" charset="0"/>
              </a:rPr>
              <a:t>Iaa</a:t>
            </a:r>
            <a:r>
              <a:rPr lang="en-US" altLang="zh-TW" b="1" dirty="0">
                <a:solidFill>
                  <a:srgbClr val="FFC000"/>
                </a:solidFill>
                <a:latin typeface="Calibri" panose="020F0502020204030204" pitchFamily="34" charset="0"/>
                <a:ea typeface="Microsoft JhengHei" panose="020B0604030504040204" pitchFamily="34" charset="-120"/>
                <a:cs typeface="Calibri" panose="020F0502020204030204" pitchFamily="34" charset="0"/>
              </a:rPr>
              <a:t>S</a:t>
            </a:r>
          </a:p>
          <a:p>
            <a:pPr defTabSz="609478" fontAlgn="base">
              <a:spcBef>
                <a:spcPct val="0"/>
              </a:spcBef>
              <a:spcAft>
                <a:spcPct val="0"/>
              </a:spcAft>
              <a:defRPr/>
            </a:pPr>
            <a:r>
              <a:rPr lang="en-US" altLang="zh-TW" sz="1100" b="1" dirty="0">
                <a:latin typeface="Calibri" panose="020F0502020204030204" pitchFamily="34" charset="0"/>
                <a:ea typeface="Microsoft JhengHei" panose="020B0604030504040204" pitchFamily="34" charset="-120"/>
                <a:cs typeface="Calibri" panose="020F0502020204030204" pitchFamily="34" charset="0"/>
              </a:rPr>
              <a:t>Basic communication</a:t>
            </a:r>
            <a:endParaRPr lang="zh-TW" altLang="en-US" sz="1100" b="1" dirty="0">
              <a:latin typeface="Calibri" panose="020F0502020204030204" pitchFamily="34" charset="0"/>
              <a:ea typeface="Microsoft JhengHei" panose="020B0604030504040204" pitchFamily="34" charset="-120"/>
              <a:cs typeface="Calibri" panose="020F0502020204030204" pitchFamily="34" charset="0"/>
            </a:endParaRPr>
          </a:p>
        </p:txBody>
      </p:sp>
      <p:cxnSp>
        <p:nvCxnSpPr>
          <p:cNvPr id="28" name="直線接點 20">
            <a:extLst>
              <a:ext uri="{FF2B5EF4-FFF2-40B4-BE49-F238E27FC236}">
                <a16:creationId xmlns:a16="http://schemas.microsoft.com/office/drawing/2014/main" id="{5AFC22EB-409E-EE7D-47AD-05F7620B1248}"/>
              </a:ext>
            </a:extLst>
          </p:cNvPr>
          <p:cNvCxnSpPr/>
          <p:nvPr/>
        </p:nvCxnSpPr>
        <p:spPr>
          <a:xfrm flipV="1">
            <a:off x="1591682" y="5122969"/>
            <a:ext cx="8889034" cy="3206"/>
          </a:xfrm>
          <a:prstGeom prst="line">
            <a:avLst/>
          </a:prstGeom>
          <a:noFill/>
          <a:ln w="9525" cap="flat" cmpd="sng" algn="ctr">
            <a:solidFill>
              <a:sysClr val="window" lastClr="FFFFFF">
                <a:alpha val="50000"/>
              </a:sysClr>
            </a:solidFill>
            <a:prstDash val="sysDot"/>
            <a:miter lim="800000"/>
          </a:ln>
          <a:effectLst/>
        </p:spPr>
      </p:cxnSp>
      <p:sp>
        <p:nvSpPr>
          <p:cNvPr id="29" name="矩形: 圓角 162">
            <a:extLst>
              <a:ext uri="{FF2B5EF4-FFF2-40B4-BE49-F238E27FC236}">
                <a16:creationId xmlns:a16="http://schemas.microsoft.com/office/drawing/2014/main" id="{7B340705-607C-5165-2E81-B6BBD19308B3}"/>
              </a:ext>
            </a:extLst>
          </p:cNvPr>
          <p:cNvSpPr/>
          <p:nvPr/>
        </p:nvSpPr>
        <p:spPr>
          <a:xfrm>
            <a:off x="238139" y="3083140"/>
            <a:ext cx="11589583" cy="1216992"/>
          </a:xfrm>
          <a:prstGeom prst="roundRect">
            <a:avLst>
              <a:gd name="adj" fmla="val 8207"/>
            </a:avLst>
          </a:prstGeom>
          <a:solidFill>
            <a:srgbClr val="FFC000">
              <a:alpha val="13000"/>
            </a:srgbClr>
          </a:solidFill>
          <a:ln w="12700" cap="flat" cmpd="sng" algn="ctr">
            <a:gradFill flip="none" rotWithShape="1">
              <a:gsLst>
                <a:gs pos="0">
                  <a:srgbClr val="00B0F0">
                    <a:alpha val="60000"/>
                  </a:srgbClr>
                </a:gs>
                <a:gs pos="100000">
                  <a:srgbClr val="3632D6">
                    <a:alpha val="20000"/>
                  </a:srgbClr>
                </a:gs>
              </a:gsLst>
              <a:lin ang="2700000" scaled="1"/>
              <a:tileRect/>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endParaRPr>
          </a:p>
        </p:txBody>
      </p:sp>
      <p:sp>
        <p:nvSpPr>
          <p:cNvPr id="30" name="矩形: 圓角 162">
            <a:extLst>
              <a:ext uri="{FF2B5EF4-FFF2-40B4-BE49-F238E27FC236}">
                <a16:creationId xmlns:a16="http://schemas.microsoft.com/office/drawing/2014/main" id="{0F634089-F084-0B92-CDBF-FF2BFFE2F387}"/>
              </a:ext>
            </a:extLst>
          </p:cNvPr>
          <p:cNvSpPr/>
          <p:nvPr/>
        </p:nvSpPr>
        <p:spPr>
          <a:xfrm>
            <a:off x="238139" y="761214"/>
            <a:ext cx="11798530" cy="2291105"/>
          </a:xfrm>
          <a:prstGeom prst="roundRect">
            <a:avLst>
              <a:gd name="adj" fmla="val 8207"/>
            </a:avLst>
          </a:prstGeom>
          <a:solidFill>
            <a:srgbClr val="FFC000">
              <a:alpha val="13000"/>
            </a:srgbClr>
          </a:solidFill>
          <a:ln w="12700" cap="flat" cmpd="sng" algn="ctr">
            <a:gradFill flip="none" rotWithShape="1">
              <a:gsLst>
                <a:gs pos="0">
                  <a:srgbClr val="00B0F0">
                    <a:alpha val="60000"/>
                  </a:srgbClr>
                </a:gs>
                <a:gs pos="100000">
                  <a:srgbClr val="3632D6">
                    <a:alpha val="20000"/>
                  </a:srgbClr>
                </a:gs>
              </a:gsLst>
              <a:lin ang="2700000" scaled="1"/>
              <a:tileRect/>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endParaRPr>
          </a:p>
        </p:txBody>
      </p:sp>
      <p:sp>
        <p:nvSpPr>
          <p:cNvPr id="31" name="文字方塊 257">
            <a:extLst>
              <a:ext uri="{FF2B5EF4-FFF2-40B4-BE49-F238E27FC236}">
                <a16:creationId xmlns:a16="http://schemas.microsoft.com/office/drawing/2014/main" id="{F835A9CD-B398-5D8B-6671-402FAAB25089}"/>
              </a:ext>
            </a:extLst>
          </p:cNvPr>
          <p:cNvSpPr txBox="1">
            <a:spLocks noChangeArrowheads="1"/>
          </p:cNvSpPr>
          <p:nvPr/>
        </p:nvSpPr>
        <p:spPr bwMode="auto">
          <a:xfrm>
            <a:off x="241407" y="5352551"/>
            <a:ext cx="1552571" cy="1161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45" tIns="60923" rIns="121845" bIns="60923">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609478"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rPr>
              <a:t>Core</a:t>
            </a:r>
            <a:endParaRPr kumimoji="0" lang="en-US" altLang="zh-CN" sz="1900" b="1" i="0" u="none" strike="noStrike" kern="1200" cap="none" spc="0" normalizeH="0" baseline="0" noProof="0" dirty="0">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endParaRPr>
          </a:p>
          <a:p>
            <a:pPr marL="0" marR="0" lvl="0" indent="0" algn="l" defTabSz="609478" rtl="0" eaLnBrk="1" fontAlgn="base" latinLnBrk="0" hangingPunct="1">
              <a:lnSpc>
                <a:spcPct val="150000"/>
              </a:lnSpc>
              <a:spcBef>
                <a:spcPct val="0"/>
              </a:spcBef>
              <a:spcAft>
                <a:spcPct val="0"/>
              </a:spcAft>
              <a:buClrTx/>
              <a:buSzTx/>
              <a:buFontTx/>
              <a:buNone/>
              <a:tabLst/>
              <a:defRPr/>
            </a:pPr>
            <a:r>
              <a:rPr kumimoji="0" lang="en-US" altLang="zh-CN" sz="1100" b="1" i="0" u="none" strike="noStrike" kern="1200" cap="none" spc="0" normalizeH="0" baseline="0" noProof="0" dirty="0" err="1">
                <a:ln>
                  <a:noFill/>
                </a:ln>
                <a:effectLst/>
                <a:uLnTx/>
                <a:uFillTx/>
                <a:latin typeface="Calibri" panose="020F0502020204030204" pitchFamily="34" charset="0"/>
                <a:ea typeface="Microsoft JhengHei" panose="020B0604030504040204" pitchFamily="34" charset="-120"/>
                <a:cs typeface="Calibri" panose="020F0502020204030204" pitchFamily="34" charset="0"/>
              </a:rPr>
              <a:t>CorePro</a:t>
            </a:r>
            <a:endParaRPr kumimoji="0" lang="en-US" altLang="zh-CN" sz="1100" b="1" i="0" u="none" strike="noStrike" kern="1200" cap="none" spc="0" normalizeH="0" baseline="0" noProof="0" dirty="0">
              <a:ln>
                <a:noFill/>
              </a:ln>
              <a:effectLst/>
              <a:uLnTx/>
              <a:uFillTx/>
              <a:latin typeface="Calibri" panose="020F0502020204030204" pitchFamily="34" charset="0"/>
              <a:ea typeface="Microsoft JhengHei" panose="020B0604030504040204" pitchFamily="34" charset="-120"/>
              <a:cs typeface="Calibri" panose="020F0502020204030204" pitchFamily="34" charset="0"/>
            </a:endParaRPr>
          </a:p>
          <a:p>
            <a:pPr marL="0" marR="0" lvl="0" indent="0" algn="l" defTabSz="609478" rtl="0" eaLnBrk="1" fontAlgn="base" latinLnBrk="0" hangingPunct="1">
              <a:lnSpc>
                <a:spcPct val="150000"/>
              </a:lnSpc>
              <a:spcBef>
                <a:spcPct val="0"/>
              </a:spcBef>
              <a:spcAft>
                <a:spcPct val="0"/>
              </a:spcAft>
              <a:buClrTx/>
              <a:buSzTx/>
              <a:buFontTx/>
              <a:buNone/>
              <a:tabLst/>
              <a:defRPr/>
            </a:pPr>
            <a:r>
              <a:rPr kumimoji="0" lang="en-US" altLang="zh-TW" sz="1100" b="1" i="0" u="none" strike="noStrike" kern="1200" cap="none" spc="0" normalizeH="0" baseline="0" noProof="0" dirty="0">
                <a:ln>
                  <a:noFill/>
                </a:ln>
                <a:effectLst/>
                <a:uLnTx/>
                <a:uFillTx/>
                <a:latin typeface="Calibri" panose="020F0502020204030204" pitchFamily="34" charset="0"/>
                <a:ea typeface="Microsoft JhengHei" panose="020B0604030504040204" pitchFamily="34" charset="-120"/>
                <a:cs typeface="Calibri" panose="020F0502020204030204" pitchFamily="34" charset="0"/>
              </a:rPr>
              <a:t>Data collection </a:t>
            </a:r>
          </a:p>
          <a:p>
            <a:pPr marL="0" marR="0" lvl="0" indent="0" algn="l" defTabSz="609478" rtl="0" eaLnBrk="1" fontAlgn="base" latinLnBrk="0" hangingPunct="1">
              <a:lnSpc>
                <a:spcPct val="150000"/>
              </a:lnSpc>
              <a:spcBef>
                <a:spcPct val="0"/>
              </a:spcBef>
              <a:spcAft>
                <a:spcPct val="0"/>
              </a:spcAft>
              <a:buClrTx/>
              <a:buSzTx/>
              <a:buFontTx/>
              <a:buNone/>
              <a:tabLst/>
              <a:defRPr/>
            </a:pPr>
            <a:r>
              <a:rPr kumimoji="0" lang="en-US" altLang="zh-TW" sz="1100" b="1" i="0" u="none" strike="noStrike" kern="1200" cap="none" spc="0" normalizeH="0" baseline="0" noProof="0" dirty="0">
                <a:ln>
                  <a:noFill/>
                </a:ln>
                <a:effectLst/>
                <a:uLnTx/>
                <a:uFillTx/>
                <a:latin typeface="Calibri" panose="020F0502020204030204" pitchFamily="34" charset="0"/>
                <a:ea typeface="Microsoft JhengHei" panose="020B0604030504040204" pitchFamily="34" charset="-120"/>
                <a:cs typeface="Calibri" panose="020F0502020204030204" pitchFamily="34" charset="0"/>
              </a:rPr>
              <a:t>platform</a:t>
            </a:r>
            <a:endParaRPr kumimoji="0" lang="zh-TW" altLang="en-US" sz="1100" b="1" i="0" u="none" strike="noStrike" kern="1200" cap="none" spc="0" normalizeH="0" baseline="0" noProof="0" dirty="0">
              <a:ln>
                <a:noFill/>
              </a:ln>
              <a:effectLst/>
              <a:uLnTx/>
              <a:uFillTx/>
              <a:latin typeface="Calibri" panose="020F0502020204030204" pitchFamily="34" charset="0"/>
              <a:ea typeface="Microsoft JhengHei" panose="020B0604030504040204" pitchFamily="34" charset="-120"/>
              <a:cs typeface="Calibri" panose="020F0502020204030204" pitchFamily="34" charset="0"/>
            </a:endParaRPr>
          </a:p>
        </p:txBody>
      </p:sp>
      <p:grpSp>
        <p:nvGrpSpPr>
          <p:cNvPr id="32" name="群組 33">
            <a:extLst>
              <a:ext uri="{FF2B5EF4-FFF2-40B4-BE49-F238E27FC236}">
                <a16:creationId xmlns:a16="http://schemas.microsoft.com/office/drawing/2014/main" id="{C4A1A706-92D1-A0E4-FF8B-AED9625CA15E}"/>
              </a:ext>
            </a:extLst>
          </p:cNvPr>
          <p:cNvGrpSpPr/>
          <p:nvPr/>
        </p:nvGrpSpPr>
        <p:grpSpPr>
          <a:xfrm>
            <a:off x="292902" y="3392935"/>
            <a:ext cx="881937" cy="719600"/>
            <a:chOff x="68513" y="2092861"/>
            <a:chExt cx="881937" cy="719600"/>
          </a:xfrm>
        </p:grpSpPr>
        <p:sp>
          <p:nvSpPr>
            <p:cNvPr id="33" name="文字方塊 249">
              <a:extLst>
                <a:ext uri="{FF2B5EF4-FFF2-40B4-BE49-F238E27FC236}">
                  <a16:creationId xmlns:a16="http://schemas.microsoft.com/office/drawing/2014/main" id="{AD651C2F-A3A3-403F-5745-5DE303AB73C9}"/>
                </a:ext>
              </a:extLst>
            </p:cNvPr>
            <p:cNvSpPr txBox="1">
              <a:spLocks noChangeArrowheads="1"/>
            </p:cNvSpPr>
            <p:nvPr/>
          </p:nvSpPr>
          <p:spPr bwMode="auto">
            <a:xfrm>
              <a:off x="68513" y="2092861"/>
              <a:ext cx="701643" cy="40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45" tIns="60923" rIns="121845" bIns="60923">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609478" rtl="0" eaLnBrk="1" fontAlgn="base" latinLnBrk="0" hangingPunct="1">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err="1">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rPr>
                <a:t>P</a:t>
              </a:r>
              <a:r>
                <a:rPr kumimoji="0" lang="en-US" altLang="zh-CN" sz="1800" b="1" i="0" u="none" strike="noStrike" kern="1200" cap="none" spc="0" normalizeH="0" baseline="0" noProof="0" dirty="0" err="1">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rPr>
                <a:t>aa</a:t>
              </a:r>
              <a:r>
                <a:rPr kumimoji="0" lang="en-US" altLang="zh-TW" sz="1800" b="1" i="0" u="none" strike="noStrike" kern="1200" cap="none" spc="0" normalizeH="0" baseline="0" noProof="0" dirty="0" err="1">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rPr>
                <a:t>S</a:t>
              </a:r>
              <a:endParaRPr kumimoji="0" lang="zh-TW" altLang="en-US" sz="1800" b="1" i="0" u="none" strike="noStrike" kern="1200" cap="none" spc="0" normalizeH="0" baseline="0" noProof="0" dirty="0">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endParaRPr>
            </a:p>
          </p:txBody>
        </p:sp>
        <p:sp>
          <p:nvSpPr>
            <p:cNvPr id="34" name="矩形 311">
              <a:extLst>
                <a:ext uri="{FF2B5EF4-FFF2-40B4-BE49-F238E27FC236}">
                  <a16:creationId xmlns:a16="http://schemas.microsoft.com/office/drawing/2014/main" id="{5777802F-EB84-6477-A5FD-8755FBA3AAFA}"/>
                </a:ext>
              </a:extLst>
            </p:cNvPr>
            <p:cNvSpPr>
              <a:spLocks noChangeArrowheads="1"/>
            </p:cNvSpPr>
            <p:nvPr/>
          </p:nvSpPr>
          <p:spPr bwMode="auto">
            <a:xfrm>
              <a:off x="84795" y="2389327"/>
              <a:ext cx="865655" cy="42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114238" tIns="57121" rIns="114238" bIns="57121"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609478" rtl="0" eaLnBrk="1" fontAlgn="base" latinLnBrk="0" hangingPunct="1">
                <a:lnSpc>
                  <a:spcPct val="100000"/>
                </a:lnSpc>
                <a:spcBef>
                  <a:spcPct val="0"/>
                </a:spcBef>
                <a:spcAft>
                  <a:spcPct val="0"/>
                </a:spcAft>
                <a:buClrTx/>
                <a:buSzTx/>
                <a:buFontTx/>
                <a:buNone/>
                <a:tabLst/>
                <a:defRPr/>
              </a:pPr>
              <a:r>
                <a:rPr kumimoji="0" lang="en-US" altLang="zh-CN" sz="1000" b="1" i="0" u="none" strike="noStrike" kern="1200" cap="none" spc="0" normalizeH="0" baseline="0" noProof="0" dirty="0">
                  <a:ln>
                    <a:noFill/>
                  </a:ln>
                  <a:effectLst/>
                  <a:uLnTx/>
                  <a:uFillTx/>
                  <a:latin typeface="Calibri" panose="020F0502020204030204" pitchFamily="34" charset="0"/>
                  <a:ea typeface="Microsoft JhengHei" panose="020B0604030504040204" pitchFamily="34" charset="-120"/>
                  <a:cs typeface="Calibri" panose="020F0502020204030204" pitchFamily="34" charset="0"/>
                </a:rPr>
                <a:t>Functional </a:t>
              </a:r>
            </a:p>
            <a:p>
              <a:pPr marL="0" marR="0" lvl="0" indent="0" algn="l" defTabSz="609478" rtl="0" eaLnBrk="1" fontAlgn="base" latinLnBrk="0" hangingPunct="1">
                <a:lnSpc>
                  <a:spcPct val="100000"/>
                </a:lnSpc>
                <a:spcBef>
                  <a:spcPct val="0"/>
                </a:spcBef>
                <a:spcAft>
                  <a:spcPct val="0"/>
                </a:spcAft>
                <a:buClrTx/>
                <a:buSzTx/>
                <a:buFontTx/>
                <a:buNone/>
                <a:tabLst/>
                <a:defRPr/>
              </a:pPr>
              <a:r>
                <a:rPr kumimoji="0" lang="en-US" altLang="zh-CN" sz="1000" b="1" i="0" u="none" strike="noStrike" kern="1200" cap="none" spc="0" normalizeH="0" baseline="0" noProof="0" dirty="0">
                  <a:ln>
                    <a:noFill/>
                  </a:ln>
                  <a:effectLst/>
                  <a:uLnTx/>
                  <a:uFillTx/>
                  <a:latin typeface="Calibri" panose="020F0502020204030204" pitchFamily="34" charset="0"/>
                  <a:ea typeface="Microsoft JhengHei" panose="020B0604030504040204" pitchFamily="34" charset="-120"/>
                  <a:cs typeface="Calibri" panose="020F0502020204030204" pitchFamily="34" charset="0"/>
                </a:rPr>
                <a:t>module</a:t>
              </a:r>
              <a:endParaRPr kumimoji="0" lang="zh-TW" altLang="en-US" sz="1000" b="1" i="0" u="none" strike="noStrike" kern="1200" cap="none" spc="0" normalizeH="0" baseline="0" noProof="0" dirty="0">
                <a:ln>
                  <a:noFill/>
                </a:ln>
                <a:effectLst/>
                <a:uLnTx/>
                <a:uFillTx/>
                <a:latin typeface="Calibri" panose="020F0502020204030204" pitchFamily="34" charset="0"/>
                <a:ea typeface="Microsoft JhengHei" panose="020B0604030504040204" pitchFamily="34" charset="-120"/>
                <a:cs typeface="Calibri" panose="020F0502020204030204" pitchFamily="34" charset="0"/>
              </a:endParaRPr>
            </a:p>
          </p:txBody>
        </p:sp>
      </p:grpSp>
      <p:sp>
        <p:nvSpPr>
          <p:cNvPr id="35" name="文字方塊 226">
            <a:extLst>
              <a:ext uri="{FF2B5EF4-FFF2-40B4-BE49-F238E27FC236}">
                <a16:creationId xmlns:a16="http://schemas.microsoft.com/office/drawing/2014/main" id="{6CA17AE3-1C7D-61DE-E0AE-917294AE781B}"/>
              </a:ext>
            </a:extLst>
          </p:cNvPr>
          <p:cNvSpPr txBox="1">
            <a:spLocks noChangeArrowheads="1"/>
          </p:cNvSpPr>
          <p:nvPr/>
        </p:nvSpPr>
        <p:spPr bwMode="auto">
          <a:xfrm>
            <a:off x="238139" y="1399247"/>
            <a:ext cx="740816" cy="400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45" tIns="60923" rIns="121845" bIns="60923">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609478" rtl="0" eaLnBrk="1" fontAlgn="base" latinLnBrk="0" hangingPunct="1">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err="1">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rPr>
              <a:t>S</a:t>
            </a:r>
            <a:r>
              <a:rPr kumimoji="0" lang="en-US" altLang="zh-CN" sz="1800" b="1" i="0" u="none" strike="noStrike" kern="1200" cap="none" spc="0" normalizeH="0" baseline="0" noProof="0" dirty="0" err="1">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rPr>
              <a:t>aa</a:t>
            </a:r>
            <a:r>
              <a:rPr kumimoji="0" lang="en-US" altLang="zh-TW" sz="1800" b="1" i="0" u="none" strike="noStrike" kern="1200" cap="none" spc="0" normalizeH="0" baseline="0" noProof="0" dirty="0" err="1">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rPr>
              <a:t>S</a:t>
            </a:r>
            <a:endParaRPr kumimoji="0" lang="zh-TW" altLang="en-US" sz="1800" b="1" i="0" u="none" strike="noStrike" kern="1200" cap="none" spc="0" normalizeH="0" baseline="0" noProof="0" dirty="0">
              <a:ln>
                <a:noFill/>
              </a:ln>
              <a:solidFill>
                <a:srgbClr val="FFC000"/>
              </a:solidFill>
              <a:effectLst/>
              <a:uLnTx/>
              <a:uFillTx/>
              <a:latin typeface="Calibri" panose="020F0502020204030204" pitchFamily="34" charset="0"/>
              <a:ea typeface="Microsoft JhengHei" panose="020B0604030504040204" pitchFamily="34" charset="-120"/>
              <a:cs typeface="Calibri" panose="020F0502020204030204" pitchFamily="34" charset="0"/>
            </a:endParaRPr>
          </a:p>
        </p:txBody>
      </p:sp>
      <p:pic>
        <p:nvPicPr>
          <p:cNvPr id="36" name="Picture 35">
            <a:extLst>
              <a:ext uri="{FF2B5EF4-FFF2-40B4-BE49-F238E27FC236}">
                <a16:creationId xmlns:a16="http://schemas.microsoft.com/office/drawing/2014/main" id="{43B65ECF-79D5-5348-267E-9B7E9BAA0FE0}"/>
              </a:ext>
            </a:extLst>
          </p:cNvPr>
          <p:cNvPicPr>
            <a:picLocks noChangeAspect="1"/>
          </p:cNvPicPr>
          <p:nvPr/>
        </p:nvPicPr>
        <p:blipFill>
          <a:blip r:embed="rId2"/>
          <a:stretch>
            <a:fillRect/>
          </a:stretch>
        </p:blipFill>
        <p:spPr>
          <a:xfrm>
            <a:off x="3345535" y="5317688"/>
            <a:ext cx="1571343" cy="1121069"/>
          </a:xfrm>
          <a:prstGeom prst="rect">
            <a:avLst/>
          </a:prstGeom>
        </p:spPr>
      </p:pic>
      <p:pic>
        <p:nvPicPr>
          <p:cNvPr id="37" name="Picture 36">
            <a:extLst>
              <a:ext uri="{FF2B5EF4-FFF2-40B4-BE49-F238E27FC236}">
                <a16:creationId xmlns:a16="http://schemas.microsoft.com/office/drawing/2014/main" id="{33CA6740-7414-D0CC-370A-FC40E7BD2855}"/>
              </a:ext>
            </a:extLst>
          </p:cNvPr>
          <p:cNvPicPr>
            <a:picLocks noChangeAspect="1"/>
          </p:cNvPicPr>
          <p:nvPr/>
        </p:nvPicPr>
        <p:blipFill>
          <a:blip r:embed="rId2"/>
          <a:stretch>
            <a:fillRect/>
          </a:stretch>
        </p:blipFill>
        <p:spPr>
          <a:xfrm>
            <a:off x="7603773" y="5352551"/>
            <a:ext cx="1552571" cy="1107677"/>
          </a:xfrm>
          <a:prstGeom prst="rect">
            <a:avLst/>
          </a:prstGeom>
        </p:spPr>
      </p:pic>
      <p:grpSp>
        <p:nvGrpSpPr>
          <p:cNvPr id="38" name="群組 14">
            <a:extLst>
              <a:ext uri="{FF2B5EF4-FFF2-40B4-BE49-F238E27FC236}">
                <a16:creationId xmlns:a16="http://schemas.microsoft.com/office/drawing/2014/main" id="{B9AB2685-15A3-2DB4-18B3-417950E67283}"/>
              </a:ext>
            </a:extLst>
          </p:cNvPr>
          <p:cNvGrpSpPr/>
          <p:nvPr/>
        </p:nvGrpSpPr>
        <p:grpSpPr>
          <a:xfrm>
            <a:off x="10816392" y="4355888"/>
            <a:ext cx="782611" cy="883317"/>
            <a:chOff x="11233051" y="3076634"/>
            <a:chExt cx="593400" cy="1063849"/>
          </a:xfrm>
        </p:grpSpPr>
        <p:sp>
          <p:nvSpPr>
            <p:cNvPr id="39" name="文字方塊 15">
              <a:extLst>
                <a:ext uri="{FF2B5EF4-FFF2-40B4-BE49-F238E27FC236}">
                  <a16:creationId xmlns:a16="http://schemas.microsoft.com/office/drawing/2014/main" id="{BA59AD1B-9652-EC34-ECA1-2DE38E9BFF15}"/>
                </a:ext>
              </a:extLst>
            </p:cNvPr>
            <p:cNvSpPr txBox="1"/>
            <p:nvPr/>
          </p:nvSpPr>
          <p:spPr>
            <a:xfrm>
              <a:off x="11233051" y="3732767"/>
              <a:ext cx="593400" cy="407716"/>
            </a:xfrm>
            <a:prstGeom prst="rect">
              <a:avLst/>
            </a:prstGeom>
            <a:noFill/>
          </p:spPr>
          <p:txBody>
            <a:bodyPr wrap="square" lIns="91415" tIns="45707" rIns="91415" bIns="45707" rtlCol="0">
              <a:spAutoFit/>
            </a:bodyPr>
            <a:lstStyle/>
            <a:p>
              <a:pPr marL="0" marR="0" lvl="0" indent="0" algn="ctr" defTabSz="913583"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effectLst/>
                  <a:uLnTx/>
                  <a:uFillTx/>
                  <a:latin typeface="Calibri"/>
                  <a:ea typeface="微软雅黑" panose="020B0503020204020204" pitchFamily="34" charset="-122"/>
                  <a:cs typeface="Arial" panose="020B0604020202020204" pitchFamily="34" charset="0"/>
                </a:rPr>
                <a:t>CorePro</a:t>
              </a:r>
              <a:r>
                <a:rPr kumimoji="0" lang="en-US" altLang="zh-CN" sz="800" b="1" i="0" u="none" strike="noStrike" kern="1200" cap="none" spc="0" normalizeH="0" baseline="0" noProof="0" dirty="0">
                  <a:ln>
                    <a:noFill/>
                  </a:ln>
                  <a:effectLst/>
                  <a:uLnTx/>
                  <a:uFillTx/>
                  <a:latin typeface="Calibri"/>
                  <a:ea typeface="微软雅黑" panose="020B0503020204020204" pitchFamily="34" charset="-122"/>
                  <a:cs typeface="Arial" panose="020B0604020202020204" pitchFamily="34" charset="0"/>
                </a:rPr>
                <a:t> </a:t>
              </a:r>
            </a:p>
            <a:p>
              <a:pPr marL="0" marR="0" lvl="0" indent="0" algn="ctr" defTabSz="913583"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effectLst/>
                  <a:uLnTx/>
                  <a:uFillTx/>
                  <a:latin typeface="Calibri"/>
                  <a:ea typeface="微软雅黑" panose="020B0503020204020204" pitchFamily="34" charset="-122"/>
                  <a:cs typeface="Arial" panose="020B0604020202020204" pitchFamily="34" charset="0"/>
                </a:rPr>
                <a:t>Agent</a:t>
              </a:r>
              <a:endParaRPr kumimoji="0" lang="zh-CN" altLang="en-US" sz="800" b="1" i="0" u="none" strike="noStrike" kern="1200" cap="none" spc="0" normalizeH="0" baseline="0" noProof="0" dirty="0">
                <a:ln>
                  <a:noFill/>
                </a:ln>
                <a:effectLst/>
                <a:uLnTx/>
                <a:uFillTx/>
                <a:latin typeface="Calibri"/>
                <a:ea typeface="微软雅黑" panose="020B0503020204020204" pitchFamily="34" charset="-122"/>
                <a:cs typeface="Arial" panose="020B0604020202020204" pitchFamily="34" charset="0"/>
              </a:endParaRPr>
            </a:p>
          </p:txBody>
        </p:sp>
        <p:sp>
          <p:nvSpPr>
            <p:cNvPr id="40" name="文字方塊 16">
              <a:extLst>
                <a:ext uri="{FF2B5EF4-FFF2-40B4-BE49-F238E27FC236}">
                  <a16:creationId xmlns:a16="http://schemas.microsoft.com/office/drawing/2014/main" id="{B99A2D56-1E1E-0A19-A242-A95352D6D799}"/>
                </a:ext>
              </a:extLst>
            </p:cNvPr>
            <p:cNvSpPr txBox="1"/>
            <p:nvPr/>
          </p:nvSpPr>
          <p:spPr>
            <a:xfrm>
              <a:off x="11233051" y="3076634"/>
              <a:ext cx="593398" cy="407716"/>
            </a:xfrm>
            <a:prstGeom prst="rect">
              <a:avLst/>
            </a:prstGeom>
            <a:noFill/>
          </p:spPr>
          <p:txBody>
            <a:bodyPr wrap="square" lIns="91415" tIns="45707" rIns="91415" bIns="45707" rtlCol="0">
              <a:spAutoFit/>
            </a:bodyPr>
            <a:lstStyle>
              <a:defPPr>
                <a:defRPr lang="zh-TW"/>
              </a:defPPr>
              <a:lvl1pPr marR="0" lvl="0" indent="0" algn="ctr" defTabSz="913583" fontAlgn="auto">
                <a:lnSpc>
                  <a:spcPct val="100000"/>
                </a:lnSpc>
                <a:spcBef>
                  <a:spcPts val="0"/>
                </a:spcBef>
                <a:spcAft>
                  <a:spcPts val="0"/>
                </a:spcAft>
                <a:buClrTx/>
                <a:buSzTx/>
                <a:buFontTx/>
                <a:buNone/>
                <a:tabLst/>
                <a:defRPr kumimoji="0" sz="800" b="1" i="0" u="none" strike="noStrike" cap="none" spc="0" normalizeH="0" baseline="0">
                  <a:ln>
                    <a:noFill/>
                  </a:ln>
                  <a:solidFill>
                    <a:prstClr val="white"/>
                  </a:solidFill>
                  <a:effectLst/>
                  <a:uLnTx/>
                  <a:uFillTx/>
                  <a:ea typeface="微软雅黑" panose="020B0503020204020204" pitchFamily="34" charset="-122"/>
                  <a:cs typeface="Arial" panose="020B0604020202020204" pitchFamily="34" charset="0"/>
                </a:defRPr>
              </a:lvl1pPr>
            </a:lstStyle>
            <a:p>
              <a:pPr marL="0" marR="0" lvl="0" indent="0" algn="ctr" defTabSz="913583"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chemeClr val="tx1"/>
                  </a:solidFill>
                  <a:effectLst/>
                  <a:uLnTx/>
                  <a:uFillTx/>
                  <a:latin typeface="Calibri"/>
                  <a:ea typeface="微软雅黑" panose="020B0503020204020204" pitchFamily="34" charset="-122"/>
                  <a:cs typeface="Arial" panose="020B0604020202020204" pitchFamily="34" charset="0"/>
                </a:rPr>
                <a:t>CorePro</a:t>
              </a:r>
              <a:endParaRPr kumimoji="0" lang="en-US" altLang="zh-CN" sz="800" b="1" i="0" u="none" strike="noStrike" kern="1200" cap="none" spc="0" normalizeH="0" baseline="0" noProof="0" dirty="0">
                <a:ln>
                  <a:noFill/>
                </a:ln>
                <a:solidFill>
                  <a:schemeClr val="tx1"/>
                </a:solidFill>
                <a:effectLst/>
                <a:uLnTx/>
                <a:uFillTx/>
                <a:latin typeface="Calibri"/>
                <a:ea typeface="微软雅黑" panose="020B0503020204020204" pitchFamily="34" charset="-122"/>
                <a:cs typeface="Arial" panose="020B0604020202020204" pitchFamily="34" charset="0"/>
              </a:endParaRPr>
            </a:p>
            <a:p>
              <a:pPr marL="0" marR="0" lvl="0" indent="0" algn="ctr" defTabSz="913583"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chemeClr val="tx1"/>
                  </a:solidFill>
                  <a:effectLst/>
                  <a:uLnTx/>
                  <a:uFillTx/>
                  <a:latin typeface="Calibri"/>
                  <a:ea typeface="微软雅黑" panose="020B0503020204020204" pitchFamily="34" charset="-122"/>
                  <a:cs typeface="Arial" panose="020B0604020202020204" pitchFamily="34" charset="0"/>
                </a:rPr>
                <a:t> Server</a:t>
              </a:r>
              <a:endParaRPr kumimoji="0" lang="zh-CN" altLang="en-US" sz="800" b="1" i="0" u="none" strike="noStrike" kern="1200" cap="none" spc="0" normalizeH="0" baseline="0" noProof="0" dirty="0">
                <a:ln>
                  <a:noFill/>
                </a:ln>
                <a:solidFill>
                  <a:schemeClr val="tx1"/>
                </a:solidFill>
                <a:effectLst/>
                <a:uLnTx/>
                <a:uFillTx/>
                <a:latin typeface="Calibri"/>
                <a:ea typeface="微软雅黑" panose="020B0503020204020204" pitchFamily="34" charset="-122"/>
                <a:cs typeface="Arial" panose="020B0604020202020204" pitchFamily="34" charset="0"/>
              </a:endParaRPr>
            </a:p>
          </p:txBody>
        </p:sp>
        <p:sp>
          <p:nvSpPr>
            <p:cNvPr id="41" name="文字方塊 17">
              <a:extLst>
                <a:ext uri="{FF2B5EF4-FFF2-40B4-BE49-F238E27FC236}">
                  <a16:creationId xmlns:a16="http://schemas.microsoft.com/office/drawing/2014/main" id="{9F9BD59A-EEF8-2270-A21B-155F37030113}"/>
                </a:ext>
              </a:extLst>
            </p:cNvPr>
            <p:cNvSpPr txBox="1"/>
            <p:nvPr/>
          </p:nvSpPr>
          <p:spPr>
            <a:xfrm>
              <a:off x="11264953" y="3401585"/>
              <a:ext cx="561496" cy="407716"/>
            </a:xfrm>
            <a:prstGeom prst="rect">
              <a:avLst/>
            </a:prstGeom>
            <a:noFill/>
          </p:spPr>
          <p:txBody>
            <a:bodyPr wrap="square" lIns="91415" tIns="45707" rIns="91415" bIns="45707" rtlCol="0">
              <a:spAutoFit/>
            </a:bodyPr>
            <a:lstStyle>
              <a:defPPr>
                <a:defRPr lang="zh-TW"/>
              </a:defPPr>
              <a:lvl1pPr marR="0" lvl="0" indent="0" algn="ctr" defTabSz="913583" fontAlgn="auto">
                <a:lnSpc>
                  <a:spcPct val="100000"/>
                </a:lnSpc>
                <a:spcBef>
                  <a:spcPts val="0"/>
                </a:spcBef>
                <a:spcAft>
                  <a:spcPts val="0"/>
                </a:spcAft>
                <a:buClrTx/>
                <a:buSzTx/>
                <a:buFontTx/>
                <a:buNone/>
                <a:tabLst/>
                <a:defRPr kumimoji="0" sz="800" b="1" i="0" u="none" strike="noStrike" cap="none" spc="0" normalizeH="0" baseline="0">
                  <a:ln>
                    <a:noFill/>
                  </a:ln>
                  <a:solidFill>
                    <a:prstClr val="white"/>
                  </a:solidFill>
                  <a:effectLst/>
                  <a:uLnTx/>
                  <a:uFillTx/>
                  <a:ea typeface="微软雅黑" panose="020B0503020204020204" pitchFamily="34" charset="-122"/>
                  <a:cs typeface="Arial" panose="020B0604020202020204" pitchFamily="34" charset="0"/>
                </a:defRPr>
              </a:lvl1pPr>
            </a:lstStyle>
            <a:p>
              <a:pPr marL="0" marR="0" lvl="0" indent="0" algn="ctr" defTabSz="913583"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err="1">
                  <a:ln>
                    <a:noFill/>
                  </a:ln>
                  <a:solidFill>
                    <a:schemeClr val="tx1"/>
                  </a:solidFill>
                  <a:effectLst/>
                  <a:uLnTx/>
                  <a:uFillTx/>
                  <a:latin typeface="Calibri"/>
                  <a:ea typeface="微软雅黑" panose="020B0503020204020204" pitchFamily="34" charset="-122"/>
                  <a:cs typeface="Arial" panose="020B0604020202020204" pitchFamily="34" charset="0"/>
                </a:rPr>
                <a:t>CorePro</a:t>
              </a:r>
              <a:endParaRPr kumimoji="0" lang="en-US" altLang="zh-CN" sz="800" b="1" i="0" u="none" strike="noStrike" kern="1200" cap="none" spc="0" normalizeH="0" baseline="0" noProof="0" dirty="0">
                <a:ln>
                  <a:noFill/>
                </a:ln>
                <a:solidFill>
                  <a:schemeClr val="tx1"/>
                </a:solidFill>
                <a:effectLst/>
                <a:uLnTx/>
                <a:uFillTx/>
                <a:latin typeface="Calibri"/>
                <a:ea typeface="微软雅黑" panose="020B0503020204020204" pitchFamily="34" charset="-122"/>
                <a:cs typeface="Arial" panose="020B0604020202020204" pitchFamily="34" charset="0"/>
              </a:endParaRPr>
            </a:p>
            <a:p>
              <a:pPr marL="0" marR="0" lvl="0" indent="0" algn="ctr" defTabSz="913583"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chemeClr val="tx1"/>
                  </a:solidFill>
                  <a:effectLst/>
                  <a:uLnTx/>
                  <a:uFillTx/>
                  <a:latin typeface="Calibri"/>
                  <a:ea typeface="微软雅黑" panose="020B0503020204020204" pitchFamily="34" charset="-122"/>
                  <a:cs typeface="Arial" panose="020B0604020202020204" pitchFamily="34" charset="0"/>
                </a:rPr>
                <a:t>Proxy</a:t>
              </a:r>
              <a:endParaRPr kumimoji="0" lang="zh-CN" altLang="en-US" sz="800" b="1" i="0" u="none" strike="noStrike" kern="1200" cap="none" spc="0" normalizeH="0" baseline="0" noProof="0" dirty="0">
                <a:ln>
                  <a:noFill/>
                </a:ln>
                <a:solidFill>
                  <a:schemeClr val="tx1"/>
                </a:solidFill>
                <a:effectLst/>
                <a:uLnTx/>
                <a:uFillTx/>
                <a:latin typeface="Calibri"/>
                <a:ea typeface="微软雅黑" panose="020B0503020204020204" pitchFamily="34" charset="-122"/>
                <a:cs typeface="Arial" panose="020B0604020202020204" pitchFamily="34" charset="0"/>
              </a:endParaRPr>
            </a:p>
          </p:txBody>
        </p:sp>
      </p:grpSp>
      <p:cxnSp>
        <p:nvCxnSpPr>
          <p:cNvPr id="42" name="直線單箭頭接點 18">
            <a:extLst>
              <a:ext uri="{FF2B5EF4-FFF2-40B4-BE49-F238E27FC236}">
                <a16:creationId xmlns:a16="http://schemas.microsoft.com/office/drawing/2014/main" id="{965F254E-D584-FD3A-B051-CC2ABD2FD801}"/>
              </a:ext>
            </a:extLst>
          </p:cNvPr>
          <p:cNvCxnSpPr>
            <a:cxnSpLocks/>
          </p:cNvCxnSpPr>
          <p:nvPr/>
        </p:nvCxnSpPr>
        <p:spPr>
          <a:xfrm>
            <a:off x="11630273" y="4387608"/>
            <a:ext cx="0" cy="696714"/>
          </a:xfrm>
          <a:prstGeom prst="straightConnector1">
            <a:avLst/>
          </a:prstGeom>
          <a:ln w="635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矩形 22">
            <a:extLst>
              <a:ext uri="{FF2B5EF4-FFF2-40B4-BE49-F238E27FC236}">
                <a16:creationId xmlns:a16="http://schemas.microsoft.com/office/drawing/2014/main" id="{E766B152-7FC7-7345-BED8-8C513E32223B}"/>
              </a:ext>
            </a:extLst>
          </p:cNvPr>
          <p:cNvSpPr/>
          <p:nvPr/>
        </p:nvSpPr>
        <p:spPr>
          <a:xfrm>
            <a:off x="2207346" y="4621477"/>
            <a:ext cx="1209555" cy="256534"/>
          </a:xfrm>
          <a:prstGeom prst="rect">
            <a:avLst/>
          </a:prstGeom>
          <a:gradFill flip="none" rotWithShape="1">
            <a:gsLst>
              <a:gs pos="0">
                <a:srgbClr val="00B0F0">
                  <a:alpha val="50000"/>
                </a:srgbClr>
              </a:gs>
              <a:gs pos="100000">
                <a:srgbClr val="3632D6">
                  <a:alpha val="30000"/>
                </a:srgbClr>
              </a:gs>
            </a:gsLst>
            <a:lin ang="2700000" scaled="1"/>
            <a:tileRect/>
          </a:gradFill>
          <a:ln w="6350">
            <a:gradFill flip="none" rotWithShape="1">
              <a:gsLst>
                <a:gs pos="50000">
                  <a:srgbClr val="00B0F0"/>
                </a:gs>
                <a:gs pos="0">
                  <a:srgbClr val="00B0F0">
                    <a:alpha val="50000"/>
                  </a:srgbClr>
                </a:gs>
                <a:gs pos="100000">
                  <a:srgbClr val="00B0F0">
                    <a:alpha val="5000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white"/>
                </a:solidFill>
                <a:effectLst/>
                <a:uLnTx/>
                <a:uFillTx/>
                <a:latin typeface="Calibri"/>
                <a:ea typeface="新細明體" panose="02020300000000000000" pitchFamily="18" charset="-120"/>
                <a:cs typeface="+mn-cs"/>
              </a:rPr>
              <a:t>Data Center</a:t>
            </a:r>
            <a:endParaRPr kumimoji="0" lang="zh-TW" altLang="en-US" sz="1100" b="1" i="0" u="none" strike="noStrike" kern="1200" cap="none" spc="0" normalizeH="0" baseline="0" noProof="0" dirty="0">
              <a:ln>
                <a:noFill/>
              </a:ln>
              <a:solidFill>
                <a:prstClr val="white"/>
              </a:solidFill>
              <a:effectLst/>
              <a:uLnTx/>
              <a:uFillTx/>
              <a:latin typeface="Calibri"/>
              <a:ea typeface="新細明體" panose="02020300000000000000" pitchFamily="18" charset="-120"/>
              <a:cs typeface="+mn-cs"/>
            </a:endParaRPr>
          </a:p>
        </p:txBody>
      </p:sp>
      <p:sp>
        <p:nvSpPr>
          <p:cNvPr id="44" name="矩形 23">
            <a:extLst>
              <a:ext uri="{FF2B5EF4-FFF2-40B4-BE49-F238E27FC236}">
                <a16:creationId xmlns:a16="http://schemas.microsoft.com/office/drawing/2014/main" id="{7784806B-F74A-40AF-716D-D701CDBAB7E2}"/>
              </a:ext>
            </a:extLst>
          </p:cNvPr>
          <p:cNvSpPr/>
          <p:nvPr/>
        </p:nvSpPr>
        <p:spPr>
          <a:xfrm>
            <a:off x="5584556" y="4603731"/>
            <a:ext cx="1689300" cy="242654"/>
          </a:xfrm>
          <a:prstGeom prst="rect">
            <a:avLst/>
          </a:prstGeom>
          <a:gradFill flip="none" rotWithShape="1">
            <a:gsLst>
              <a:gs pos="0">
                <a:srgbClr val="00B0F0">
                  <a:alpha val="50000"/>
                </a:srgbClr>
              </a:gs>
              <a:gs pos="100000">
                <a:srgbClr val="3632D6">
                  <a:alpha val="30000"/>
                </a:srgbClr>
              </a:gs>
            </a:gsLst>
            <a:lin ang="2700000" scaled="1"/>
            <a:tileRect/>
          </a:gradFill>
          <a:ln w="6350">
            <a:gradFill flip="none" rotWithShape="1">
              <a:gsLst>
                <a:gs pos="50000">
                  <a:srgbClr val="00B0F0"/>
                </a:gs>
                <a:gs pos="0">
                  <a:srgbClr val="00B0F0">
                    <a:alpha val="50000"/>
                  </a:srgbClr>
                </a:gs>
                <a:gs pos="100000">
                  <a:srgbClr val="00B0F0">
                    <a:alpha val="5000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prstClr val="white"/>
                </a:solidFill>
                <a:effectLst/>
                <a:uLnTx/>
                <a:uFillTx/>
                <a:latin typeface="Calibri"/>
                <a:ea typeface="等线" panose="03000509000000000000" pitchFamily="65" charset="-122"/>
                <a:cs typeface="+mn-cs"/>
              </a:rPr>
              <a:t>Net components</a:t>
            </a:r>
            <a:endParaRPr kumimoji="0" lang="zh-TW" altLang="en-US" sz="1100" b="1" i="0" u="none" strike="noStrike" kern="1200" cap="none" spc="0" normalizeH="0" baseline="0" noProof="0" dirty="0">
              <a:ln>
                <a:noFill/>
              </a:ln>
              <a:solidFill>
                <a:prstClr val="white"/>
              </a:solidFill>
              <a:effectLst/>
              <a:uLnTx/>
              <a:uFillTx/>
              <a:latin typeface="Calibri"/>
              <a:ea typeface="新細明體" panose="02020300000000000000" pitchFamily="18" charset="-120"/>
              <a:cs typeface="+mn-cs"/>
            </a:endParaRPr>
          </a:p>
        </p:txBody>
      </p:sp>
      <p:sp>
        <p:nvSpPr>
          <p:cNvPr id="45" name="矩形 24">
            <a:extLst>
              <a:ext uri="{FF2B5EF4-FFF2-40B4-BE49-F238E27FC236}">
                <a16:creationId xmlns:a16="http://schemas.microsoft.com/office/drawing/2014/main" id="{E6A3DAD4-3A8C-78E3-28C9-E9A455C54397}"/>
              </a:ext>
            </a:extLst>
          </p:cNvPr>
          <p:cNvSpPr/>
          <p:nvPr/>
        </p:nvSpPr>
        <p:spPr>
          <a:xfrm>
            <a:off x="8737748" y="4599790"/>
            <a:ext cx="1460193" cy="201845"/>
          </a:xfrm>
          <a:prstGeom prst="rect">
            <a:avLst/>
          </a:prstGeom>
          <a:gradFill flip="none" rotWithShape="1">
            <a:gsLst>
              <a:gs pos="0">
                <a:srgbClr val="00B0F0">
                  <a:alpha val="50000"/>
                </a:srgbClr>
              </a:gs>
              <a:gs pos="100000">
                <a:srgbClr val="3632D6">
                  <a:alpha val="30000"/>
                </a:srgbClr>
              </a:gs>
            </a:gsLst>
            <a:lin ang="2700000" scaled="1"/>
            <a:tileRect/>
          </a:gradFill>
          <a:ln w="6350">
            <a:gradFill flip="none" rotWithShape="1">
              <a:gsLst>
                <a:gs pos="50000">
                  <a:srgbClr val="00B0F0"/>
                </a:gs>
                <a:gs pos="0">
                  <a:srgbClr val="00B0F0">
                    <a:alpha val="50000"/>
                  </a:srgbClr>
                </a:gs>
                <a:gs pos="100000">
                  <a:srgbClr val="00B0F0">
                    <a:alpha val="5000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prstClr val="white"/>
                </a:solidFill>
                <a:effectLst/>
                <a:uLnTx/>
                <a:uFillTx/>
                <a:latin typeface="Calibri"/>
                <a:ea typeface="等线" panose="03000509000000000000" pitchFamily="65" charset="-122"/>
                <a:cs typeface="+mn-cs"/>
              </a:rPr>
              <a:t>Safety protection</a:t>
            </a:r>
            <a:endParaRPr kumimoji="0" lang="zh-TW" altLang="en-US" sz="1100" b="1" i="0" u="none" strike="noStrike" kern="1200" cap="none" spc="0" normalizeH="0" baseline="0" noProof="0" dirty="0">
              <a:ln>
                <a:noFill/>
              </a:ln>
              <a:solidFill>
                <a:prstClr val="white"/>
              </a:solidFill>
              <a:effectLst/>
              <a:uLnTx/>
              <a:uFillTx/>
              <a:latin typeface="Calibri"/>
              <a:ea typeface="新細明體" panose="02020300000000000000" pitchFamily="18" charset="-120"/>
              <a:cs typeface="+mn-cs"/>
            </a:endParaRPr>
          </a:p>
        </p:txBody>
      </p:sp>
      <p:pic>
        <p:nvPicPr>
          <p:cNvPr id="46" name="Picture 4" descr="1U Tesla GPU Server - Dense server with 4 GPUs">
            <a:extLst>
              <a:ext uri="{FF2B5EF4-FFF2-40B4-BE49-F238E27FC236}">
                <a16:creationId xmlns:a16="http://schemas.microsoft.com/office/drawing/2014/main" id="{507A4EBF-9146-47B8-A8B8-514032DA9F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9946" y="4504366"/>
            <a:ext cx="919195" cy="57045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9FFF50F4-AAD3-38FB-ADE6-0680C8BD2E7D}"/>
              </a:ext>
            </a:extLst>
          </p:cNvPr>
          <p:cNvPicPr>
            <a:picLocks noChangeAspect="1"/>
          </p:cNvPicPr>
          <p:nvPr/>
        </p:nvPicPr>
        <p:blipFill>
          <a:blip r:embed="rId4"/>
          <a:stretch>
            <a:fillRect/>
          </a:stretch>
        </p:blipFill>
        <p:spPr>
          <a:xfrm>
            <a:off x="2017060" y="3127816"/>
            <a:ext cx="1792940" cy="1037005"/>
          </a:xfrm>
          <a:prstGeom prst="rect">
            <a:avLst/>
          </a:prstGeom>
        </p:spPr>
      </p:pic>
      <p:sp>
        <p:nvSpPr>
          <p:cNvPr id="49" name="矩形 71">
            <a:extLst>
              <a:ext uri="{FF2B5EF4-FFF2-40B4-BE49-F238E27FC236}">
                <a16:creationId xmlns:a16="http://schemas.microsoft.com/office/drawing/2014/main" id="{6371689D-C50D-C087-42D9-5B45790E3118}"/>
              </a:ext>
            </a:extLst>
          </p:cNvPr>
          <p:cNvSpPr/>
          <p:nvPr/>
        </p:nvSpPr>
        <p:spPr>
          <a:xfrm>
            <a:off x="2586585" y="4099379"/>
            <a:ext cx="687561"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C000"/>
                </a:solidFill>
                <a:effectLst/>
                <a:uLnTx/>
                <a:uFillTx/>
                <a:latin typeface="Calibri" panose="020F0502020204030204" pitchFamily="34" charset="0"/>
                <a:ea typeface="Microsoft YaHei" panose="020B0503020204020204" pitchFamily="34" charset="-122"/>
                <a:cs typeface="Calibri" panose="020F0502020204030204" pitchFamily="34" charset="0"/>
                <a:sym typeface="+mn-ea"/>
              </a:rPr>
              <a:t>YOLO26</a:t>
            </a:r>
            <a:endParaRPr kumimoji="0" lang="zh-CN" altLang="en-US" sz="1200" b="0" i="0" u="none" strike="noStrike" kern="1200" cap="none" spc="0" normalizeH="0" baseline="0" noProof="0" dirty="0">
              <a:ln w="13462">
                <a:solidFill>
                  <a:prstClr val="white"/>
                </a:solidFill>
                <a:prstDash val="solid"/>
              </a:ln>
              <a:solidFill>
                <a:srgbClr val="FFC000"/>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Arial" panose="020B0604020202020204"/>
            </a:endParaRPr>
          </a:p>
        </p:txBody>
      </p:sp>
      <p:pic>
        <p:nvPicPr>
          <p:cNvPr id="51" name="Picture 50">
            <a:extLst>
              <a:ext uri="{FF2B5EF4-FFF2-40B4-BE49-F238E27FC236}">
                <a16:creationId xmlns:a16="http://schemas.microsoft.com/office/drawing/2014/main" id="{4AD57828-CCBE-18BE-D3BE-A36B8972D957}"/>
              </a:ext>
            </a:extLst>
          </p:cNvPr>
          <p:cNvPicPr>
            <a:picLocks noChangeAspect="1"/>
          </p:cNvPicPr>
          <p:nvPr/>
        </p:nvPicPr>
        <p:blipFill>
          <a:blip r:embed="rId5"/>
          <a:stretch>
            <a:fillRect/>
          </a:stretch>
        </p:blipFill>
        <p:spPr>
          <a:xfrm>
            <a:off x="4753386" y="3127816"/>
            <a:ext cx="1781884" cy="986012"/>
          </a:xfrm>
          <a:prstGeom prst="rect">
            <a:avLst/>
          </a:prstGeom>
        </p:spPr>
      </p:pic>
      <p:sp>
        <p:nvSpPr>
          <p:cNvPr id="52" name="矩形 71">
            <a:extLst>
              <a:ext uri="{FF2B5EF4-FFF2-40B4-BE49-F238E27FC236}">
                <a16:creationId xmlns:a16="http://schemas.microsoft.com/office/drawing/2014/main" id="{006B35C9-584A-791C-44C2-E502644723DB}"/>
              </a:ext>
            </a:extLst>
          </p:cNvPr>
          <p:cNvSpPr/>
          <p:nvPr/>
        </p:nvSpPr>
        <p:spPr>
          <a:xfrm>
            <a:off x="4966113" y="4068481"/>
            <a:ext cx="1463093"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FFC000"/>
                </a:solidFill>
                <a:effectLst/>
                <a:uLnTx/>
                <a:uFillTx/>
                <a:latin typeface="Calibri" panose="020F0502020204030204" pitchFamily="34" charset="0"/>
                <a:ea typeface="Microsoft YaHei" panose="020B0503020204020204" pitchFamily="34" charset="-122"/>
                <a:cs typeface="Calibri" panose="020F0502020204030204" pitchFamily="34" charset="0"/>
                <a:sym typeface="+mn-ea"/>
              </a:rPr>
              <a:t>Templates matching</a:t>
            </a:r>
            <a:endParaRPr kumimoji="0" lang="zh-CN" altLang="en-US" sz="1200" b="0" i="0" u="none" strike="noStrike" kern="1200" cap="none" spc="0" normalizeH="0" baseline="0" noProof="0" dirty="0">
              <a:ln w="13462">
                <a:solidFill>
                  <a:prstClr val="white"/>
                </a:solidFill>
                <a:prstDash val="solid"/>
              </a:ln>
              <a:solidFill>
                <a:srgbClr val="FFC000"/>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Arial" panose="020B0604020202020204"/>
            </a:endParaRPr>
          </a:p>
        </p:txBody>
      </p:sp>
      <p:pic>
        <p:nvPicPr>
          <p:cNvPr id="56" name="Picture 55">
            <a:extLst>
              <a:ext uri="{FF2B5EF4-FFF2-40B4-BE49-F238E27FC236}">
                <a16:creationId xmlns:a16="http://schemas.microsoft.com/office/drawing/2014/main" id="{90BC5227-724C-224E-9A9B-7621ADE4ADCA}"/>
              </a:ext>
            </a:extLst>
          </p:cNvPr>
          <p:cNvPicPr>
            <a:picLocks noChangeAspect="1"/>
          </p:cNvPicPr>
          <p:nvPr/>
        </p:nvPicPr>
        <p:blipFill>
          <a:blip r:embed="rId6"/>
          <a:stretch>
            <a:fillRect/>
          </a:stretch>
        </p:blipFill>
        <p:spPr>
          <a:xfrm>
            <a:off x="7927010" y="3127815"/>
            <a:ext cx="1933445" cy="1037005"/>
          </a:xfrm>
          <a:prstGeom prst="rect">
            <a:avLst/>
          </a:prstGeom>
        </p:spPr>
      </p:pic>
      <p:sp>
        <p:nvSpPr>
          <p:cNvPr id="57" name="矩形 71">
            <a:extLst>
              <a:ext uri="{FF2B5EF4-FFF2-40B4-BE49-F238E27FC236}">
                <a16:creationId xmlns:a16="http://schemas.microsoft.com/office/drawing/2014/main" id="{157DFF94-E28F-4F28-EB65-EF994338CF2F}"/>
              </a:ext>
            </a:extLst>
          </p:cNvPr>
          <p:cNvSpPr/>
          <p:nvPr/>
        </p:nvSpPr>
        <p:spPr>
          <a:xfrm>
            <a:off x="8162185" y="4105728"/>
            <a:ext cx="1677832" cy="276999"/>
          </a:xfrm>
          <a:prstGeom prst="rect">
            <a:avLst/>
          </a:prstGeom>
        </p:spPr>
        <p:txBody>
          <a:bodyPr wrap="none">
            <a:spAutoFit/>
          </a:bodyPr>
          <a:lstStyle/>
          <a:p>
            <a:pPr lvl="0">
              <a:defRPr/>
            </a:pPr>
            <a:r>
              <a:rPr lang="en-US" altLang="zh-CN" sz="1200" b="1" dirty="0">
                <a:solidFill>
                  <a:srgbClr val="FFC000"/>
                </a:solidFill>
                <a:latin typeface="Calibri" panose="020F0502020204030204" pitchFamily="34" charset="0"/>
                <a:ea typeface="Microsoft YaHei" panose="020B0503020204020204" pitchFamily="34" charset="-122"/>
                <a:cs typeface="Calibri" panose="020F0502020204030204" pitchFamily="34" charset="0"/>
                <a:sym typeface="+mn-ea"/>
              </a:rPr>
              <a:t>Deep Feature Matching</a:t>
            </a:r>
            <a:endParaRPr kumimoji="0" lang="zh-CN" altLang="en-US" sz="1200" b="0" i="0" u="none" strike="noStrike" kern="1200" cap="none" spc="0" normalizeH="0" baseline="0" noProof="0" dirty="0">
              <a:ln w="13462">
                <a:solidFill>
                  <a:prstClr val="white"/>
                </a:solidFill>
                <a:prstDash val="solid"/>
              </a:ln>
              <a:solidFill>
                <a:srgbClr val="FFC000"/>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Arial" panose="020B0604020202020204"/>
            </a:endParaRPr>
          </a:p>
        </p:txBody>
      </p:sp>
      <p:sp>
        <p:nvSpPr>
          <p:cNvPr id="62" name="文字方塊 49">
            <a:extLst>
              <a:ext uri="{FF2B5EF4-FFF2-40B4-BE49-F238E27FC236}">
                <a16:creationId xmlns:a16="http://schemas.microsoft.com/office/drawing/2014/main" id="{81BD6BEB-77CD-A95A-B9B8-A7653CA1087A}"/>
              </a:ext>
            </a:extLst>
          </p:cNvPr>
          <p:cNvSpPr txBox="1"/>
          <p:nvPr/>
        </p:nvSpPr>
        <p:spPr>
          <a:xfrm>
            <a:off x="4457038" y="750350"/>
            <a:ext cx="2834430" cy="338554"/>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rtlCol="0">
            <a:spAutoFit/>
          </a:bodyPr>
          <a:lstStyle/>
          <a:p>
            <a:pPr lvl="0">
              <a:defRPr/>
            </a:pPr>
            <a:r>
              <a:rPr lang="en-US" altLang="zh-CN" sz="1600" b="1" dirty="0">
                <a:solidFill>
                  <a:prstClr val="black"/>
                </a:solidFill>
                <a:latin typeface="Microsoft JhengHei" panose="020B0604030504040204" pitchFamily="34" charset="-120"/>
                <a:ea typeface="Microsoft JhengHei" panose="020B0604030504040204" pitchFamily="34" charset="-120"/>
              </a:rPr>
              <a:t>AI AUTO quality inspection</a:t>
            </a:r>
            <a:endParaRPr kumimoji="0" lang="zh-TW" altLang="en-US" sz="1600" b="0" i="0" u="none" strike="noStrike" kern="1200" cap="none" spc="0" normalizeH="0" baseline="0" noProof="0" dirty="0">
              <a:ln>
                <a:noFill/>
              </a:ln>
              <a:solidFill>
                <a:prstClr val="black"/>
              </a:solidFill>
              <a:effectLst/>
              <a:uLnTx/>
              <a:uFillTx/>
              <a:latin typeface="等线"/>
              <a:ea typeface="新細明體" panose="02020300000000000000" pitchFamily="18" charset="-120"/>
              <a:cs typeface="+mn-cs"/>
            </a:endParaRPr>
          </a:p>
        </p:txBody>
      </p:sp>
      <p:grpSp>
        <p:nvGrpSpPr>
          <p:cNvPr id="7" name="Group 6">
            <a:extLst>
              <a:ext uri="{FF2B5EF4-FFF2-40B4-BE49-F238E27FC236}">
                <a16:creationId xmlns:a16="http://schemas.microsoft.com/office/drawing/2014/main" id="{444DBB47-4A7D-2A66-F659-2C22FB509B02}"/>
              </a:ext>
            </a:extLst>
          </p:cNvPr>
          <p:cNvGrpSpPr/>
          <p:nvPr/>
        </p:nvGrpSpPr>
        <p:grpSpPr>
          <a:xfrm>
            <a:off x="4329141" y="1175325"/>
            <a:ext cx="3410129" cy="1792401"/>
            <a:chOff x="643723" y="1200834"/>
            <a:chExt cx="9032294" cy="4636258"/>
          </a:xfrm>
        </p:grpSpPr>
        <p:pic>
          <p:nvPicPr>
            <p:cNvPr id="61" name="Picture 60">
              <a:extLst>
                <a:ext uri="{FF2B5EF4-FFF2-40B4-BE49-F238E27FC236}">
                  <a16:creationId xmlns:a16="http://schemas.microsoft.com/office/drawing/2014/main" id="{160FC25B-7D96-47E2-FA9C-6E35B09288A5}"/>
                </a:ext>
              </a:extLst>
            </p:cNvPr>
            <p:cNvPicPr>
              <a:picLocks noChangeAspect="1"/>
            </p:cNvPicPr>
            <p:nvPr/>
          </p:nvPicPr>
          <p:blipFill>
            <a:blip r:embed="rId7"/>
            <a:stretch>
              <a:fillRect/>
            </a:stretch>
          </p:blipFill>
          <p:spPr>
            <a:xfrm>
              <a:off x="643723" y="1200834"/>
              <a:ext cx="9032294" cy="4636258"/>
            </a:xfrm>
            <a:prstGeom prst="rect">
              <a:avLst/>
            </a:prstGeom>
          </p:spPr>
        </p:pic>
        <p:pic>
          <p:nvPicPr>
            <p:cNvPr id="5" name="Picture 4">
              <a:extLst>
                <a:ext uri="{FF2B5EF4-FFF2-40B4-BE49-F238E27FC236}">
                  <a16:creationId xmlns:a16="http://schemas.microsoft.com/office/drawing/2014/main" id="{3DA8BED7-C223-4038-AB59-B045665DC0EA}"/>
                </a:ext>
              </a:extLst>
            </p:cNvPr>
            <p:cNvPicPr>
              <a:picLocks noChangeAspect="1"/>
            </p:cNvPicPr>
            <p:nvPr/>
          </p:nvPicPr>
          <p:blipFill>
            <a:blip r:embed="rId8">
              <a:extLst>
                <a:ext uri="{BEBA8EAE-BF5A-486C-A8C5-ECC9F3942E4B}">
                  <a14:imgProps xmlns:a14="http://schemas.microsoft.com/office/drawing/2010/main">
                    <a14:imgLayer r:embed="rId9">
                      <a14:imgEffect>
                        <a14:artisticBlur radius="23"/>
                      </a14:imgEffect>
                    </a14:imgLayer>
                  </a14:imgProps>
                </a:ext>
              </a:extLst>
            </a:blip>
            <a:srcRect l="40215" r="29960"/>
            <a:stretch>
              <a:fillRect/>
            </a:stretch>
          </p:blipFill>
          <p:spPr>
            <a:xfrm>
              <a:off x="4297397" y="1200834"/>
              <a:ext cx="2693861" cy="4636258"/>
            </a:xfrm>
            <a:prstGeom prst="rect">
              <a:avLst/>
            </a:prstGeom>
          </p:spPr>
        </p:pic>
      </p:grpSp>
    </p:spTree>
    <p:extLst>
      <p:ext uri="{BB962C8B-B14F-4D97-AF65-F5344CB8AC3E}">
        <p14:creationId xmlns:p14="http://schemas.microsoft.com/office/powerpoint/2010/main" val="323131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59B37-9CCF-CA30-9DDA-2B200962EBCC}"/>
            </a:ext>
          </a:extLst>
        </p:cNvPr>
        <p:cNvGrpSpPr/>
        <p:nvPr/>
      </p:nvGrpSpPr>
      <p:grpSpPr>
        <a:xfrm>
          <a:off x="0" y="0"/>
          <a:ext cx="0" cy="0"/>
          <a:chOff x="0" y="0"/>
          <a:chExt cx="0" cy="0"/>
        </a:xfrm>
      </p:grpSpPr>
      <p:sp>
        <p:nvSpPr>
          <p:cNvPr id="4" name="object 5">
            <a:extLst>
              <a:ext uri="{FF2B5EF4-FFF2-40B4-BE49-F238E27FC236}">
                <a16:creationId xmlns:a16="http://schemas.microsoft.com/office/drawing/2014/main" id="{85665713-00D5-D8D4-F8AF-12BA4E3F5F44}"/>
              </a:ext>
            </a:extLst>
          </p:cNvPr>
          <p:cNvSpPr/>
          <p:nvPr/>
        </p:nvSpPr>
        <p:spPr>
          <a:xfrm>
            <a:off x="3835096" y="627675"/>
            <a:ext cx="76200" cy="369914"/>
          </a:xfrm>
          <a:custGeom>
            <a:avLst/>
            <a:gdLst/>
            <a:ahLst/>
            <a:cxnLst/>
            <a:rect l="l" t="t" r="r" b="b"/>
            <a:pathLst>
              <a:path w="76200" h="480059">
                <a:moveTo>
                  <a:pt x="28151" y="76166"/>
                </a:moveTo>
                <a:lnTo>
                  <a:pt x="26796" y="479932"/>
                </a:lnTo>
                <a:lnTo>
                  <a:pt x="46608" y="480059"/>
                </a:lnTo>
                <a:lnTo>
                  <a:pt x="47963" y="76232"/>
                </a:lnTo>
                <a:lnTo>
                  <a:pt x="28151" y="76166"/>
                </a:lnTo>
                <a:close/>
              </a:path>
              <a:path w="76200" h="480059">
                <a:moveTo>
                  <a:pt x="69818" y="63500"/>
                </a:moveTo>
                <a:lnTo>
                  <a:pt x="48006" y="63500"/>
                </a:lnTo>
                <a:lnTo>
                  <a:pt x="47963" y="76232"/>
                </a:lnTo>
                <a:lnTo>
                  <a:pt x="76200" y="76326"/>
                </a:lnTo>
                <a:lnTo>
                  <a:pt x="69818" y="63500"/>
                </a:lnTo>
                <a:close/>
              </a:path>
              <a:path w="76200" h="480059">
                <a:moveTo>
                  <a:pt x="48006" y="63500"/>
                </a:moveTo>
                <a:lnTo>
                  <a:pt x="28193" y="63500"/>
                </a:lnTo>
                <a:lnTo>
                  <a:pt x="28151" y="76166"/>
                </a:lnTo>
                <a:lnTo>
                  <a:pt x="47963" y="76232"/>
                </a:lnTo>
                <a:lnTo>
                  <a:pt x="48006" y="63500"/>
                </a:lnTo>
                <a:close/>
              </a:path>
              <a:path w="76200" h="480059">
                <a:moveTo>
                  <a:pt x="38226" y="0"/>
                </a:moveTo>
                <a:lnTo>
                  <a:pt x="0" y="76072"/>
                </a:lnTo>
                <a:lnTo>
                  <a:pt x="28151" y="76166"/>
                </a:lnTo>
                <a:lnTo>
                  <a:pt x="28193" y="63500"/>
                </a:lnTo>
                <a:lnTo>
                  <a:pt x="69818" y="63500"/>
                </a:lnTo>
                <a:lnTo>
                  <a:pt x="38226" y="0"/>
                </a:lnTo>
                <a:close/>
              </a:path>
            </a:pathLst>
          </a:custGeom>
          <a:solidFill>
            <a:schemeClr val="accent4"/>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5" name="object 10">
            <a:extLst>
              <a:ext uri="{FF2B5EF4-FFF2-40B4-BE49-F238E27FC236}">
                <a16:creationId xmlns:a16="http://schemas.microsoft.com/office/drawing/2014/main" id="{F38A5BBA-22B3-23A3-B3BB-FCF0625782FC}"/>
              </a:ext>
            </a:extLst>
          </p:cNvPr>
          <p:cNvSpPr/>
          <p:nvPr/>
        </p:nvSpPr>
        <p:spPr>
          <a:xfrm>
            <a:off x="1572576" y="650097"/>
            <a:ext cx="76200" cy="369914"/>
          </a:xfrm>
          <a:custGeom>
            <a:avLst/>
            <a:gdLst/>
            <a:ahLst/>
            <a:cxnLst/>
            <a:rect l="l" t="t" r="r" b="b"/>
            <a:pathLst>
              <a:path w="76200" h="480059">
                <a:moveTo>
                  <a:pt x="28151" y="76166"/>
                </a:moveTo>
                <a:lnTo>
                  <a:pt x="26796" y="479932"/>
                </a:lnTo>
                <a:lnTo>
                  <a:pt x="46609" y="480059"/>
                </a:lnTo>
                <a:lnTo>
                  <a:pt x="47963" y="76232"/>
                </a:lnTo>
                <a:lnTo>
                  <a:pt x="28151" y="76166"/>
                </a:lnTo>
                <a:close/>
              </a:path>
              <a:path w="76200" h="480059">
                <a:moveTo>
                  <a:pt x="69839" y="63500"/>
                </a:moveTo>
                <a:lnTo>
                  <a:pt x="48006" y="63500"/>
                </a:lnTo>
                <a:lnTo>
                  <a:pt x="47963" y="76232"/>
                </a:lnTo>
                <a:lnTo>
                  <a:pt x="76200" y="76326"/>
                </a:lnTo>
                <a:lnTo>
                  <a:pt x="69839" y="63500"/>
                </a:lnTo>
                <a:close/>
              </a:path>
              <a:path w="76200" h="480059">
                <a:moveTo>
                  <a:pt x="48006" y="63500"/>
                </a:moveTo>
                <a:lnTo>
                  <a:pt x="28193" y="63500"/>
                </a:lnTo>
                <a:lnTo>
                  <a:pt x="28151" y="76166"/>
                </a:lnTo>
                <a:lnTo>
                  <a:pt x="47963" y="76232"/>
                </a:lnTo>
                <a:lnTo>
                  <a:pt x="48006" y="63500"/>
                </a:lnTo>
                <a:close/>
              </a:path>
              <a:path w="76200" h="480059">
                <a:moveTo>
                  <a:pt x="38353" y="0"/>
                </a:moveTo>
                <a:lnTo>
                  <a:pt x="0" y="76072"/>
                </a:lnTo>
                <a:lnTo>
                  <a:pt x="28151" y="76166"/>
                </a:lnTo>
                <a:lnTo>
                  <a:pt x="28193" y="63500"/>
                </a:lnTo>
                <a:lnTo>
                  <a:pt x="69839" y="63500"/>
                </a:lnTo>
                <a:lnTo>
                  <a:pt x="38353" y="0"/>
                </a:lnTo>
                <a:close/>
              </a:path>
            </a:pathLst>
          </a:custGeom>
          <a:solidFill>
            <a:schemeClr val="accent4"/>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grpSp>
        <p:nvGrpSpPr>
          <p:cNvPr id="7" name="群組 50">
            <a:extLst>
              <a:ext uri="{FF2B5EF4-FFF2-40B4-BE49-F238E27FC236}">
                <a16:creationId xmlns:a16="http://schemas.microsoft.com/office/drawing/2014/main" id="{6C6E09D3-1227-A19C-C976-B3C0760EB121}"/>
              </a:ext>
            </a:extLst>
          </p:cNvPr>
          <p:cNvGrpSpPr/>
          <p:nvPr/>
        </p:nvGrpSpPr>
        <p:grpSpPr>
          <a:xfrm>
            <a:off x="416313" y="622261"/>
            <a:ext cx="670941" cy="532179"/>
            <a:chOff x="0" y="1046987"/>
            <a:chExt cx="763650" cy="681356"/>
          </a:xfrm>
        </p:grpSpPr>
        <p:sp>
          <p:nvSpPr>
            <p:cNvPr id="8" name="object 38">
              <a:extLst>
                <a:ext uri="{FF2B5EF4-FFF2-40B4-BE49-F238E27FC236}">
                  <a16:creationId xmlns:a16="http://schemas.microsoft.com/office/drawing/2014/main" id="{32D7974C-6C04-0A2A-9A8D-4FED54B34D66}"/>
                </a:ext>
              </a:extLst>
            </p:cNvPr>
            <p:cNvSpPr/>
            <p:nvPr/>
          </p:nvSpPr>
          <p:spPr>
            <a:xfrm>
              <a:off x="67056" y="1107947"/>
              <a:ext cx="509270" cy="559435"/>
            </a:xfrm>
            <a:custGeom>
              <a:avLst/>
              <a:gdLst/>
              <a:ahLst/>
              <a:cxnLst/>
              <a:rect l="l" t="t" r="r" b="b"/>
              <a:pathLst>
                <a:path w="509270" h="559435">
                  <a:moveTo>
                    <a:pt x="509016" y="496443"/>
                  </a:moveTo>
                  <a:lnTo>
                    <a:pt x="458635" y="441007"/>
                  </a:lnTo>
                  <a:lnTo>
                    <a:pt x="394449" y="370344"/>
                  </a:lnTo>
                  <a:lnTo>
                    <a:pt x="312064" y="279654"/>
                  </a:lnTo>
                  <a:lnTo>
                    <a:pt x="395363" y="187960"/>
                  </a:lnTo>
                  <a:lnTo>
                    <a:pt x="458711" y="118364"/>
                  </a:lnTo>
                  <a:lnTo>
                    <a:pt x="509003" y="62865"/>
                  </a:lnTo>
                  <a:lnTo>
                    <a:pt x="486549" y="47752"/>
                  </a:lnTo>
                  <a:lnTo>
                    <a:pt x="447357" y="27597"/>
                  </a:lnTo>
                  <a:lnTo>
                    <a:pt x="404863" y="12598"/>
                  </a:lnTo>
                  <a:lnTo>
                    <a:pt x="359587" y="3238"/>
                  </a:lnTo>
                  <a:lnTo>
                    <a:pt x="312064" y="0"/>
                  </a:lnTo>
                  <a:lnTo>
                    <a:pt x="261442" y="3670"/>
                  </a:lnTo>
                  <a:lnTo>
                    <a:pt x="213423" y="14262"/>
                  </a:lnTo>
                  <a:lnTo>
                    <a:pt x="168643" y="31229"/>
                  </a:lnTo>
                  <a:lnTo>
                    <a:pt x="127749" y="53962"/>
                  </a:lnTo>
                  <a:lnTo>
                    <a:pt x="91389" y="81915"/>
                  </a:lnTo>
                  <a:lnTo>
                    <a:pt x="60198" y="114503"/>
                  </a:lnTo>
                  <a:lnTo>
                    <a:pt x="34823" y="151155"/>
                  </a:lnTo>
                  <a:lnTo>
                    <a:pt x="15900" y="191274"/>
                  </a:lnTo>
                  <a:lnTo>
                    <a:pt x="4076" y="234302"/>
                  </a:lnTo>
                  <a:lnTo>
                    <a:pt x="0" y="279654"/>
                  </a:lnTo>
                  <a:lnTo>
                    <a:pt x="4076" y="325018"/>
                  </a:lnTo>
                  <a:lnTo>
                    <a:pt x="15900" y="368046"/>
                  </a:lnTo>
                  <a:lnTo>
                    <a:pt x="34823" y="408165"/>
                  </a:lnTo>
                  <a:lnTo>
                    <a:pt x="60198" y="444817"/>
                  </a:lnTo>
                  <a:lnTo>
                    <a:pt x="91389" y="477405"/>
                  </a:lnTo>
                  <a:lnTo>
                    <a:pt x="127749" y="505358"/>
                  </a:lnTo>
                  <a:lnTo>
                    <a:pt x="168643" y="528091"/>
                  </a:lnTo>
                  <a:lnTo>
                    <a:pt x="213423" y="545058"/>
                  </a:lnTo>
                  <a:lnTo>
                    <a:pt x="261442" y="555650"/>
                  </a:lnTo>
                  <a:lnTo>
                    <a:pt x="312064" y="559308"/>
                  </a:lnTo>
                  <a:lnTo>
                    <a:pt x="359587" y="556082"/>
                  </a:lnTo>
                  <a:lnTo>
                    <a:pt x="404863" y="546722"/>
                  </a:lnTo>
                  <a:lnTo>
                    <a:pt x="447357" y="531723"/>
                  </a:lnTo>
                  <a:lnTo>
                    <a:pt x="486549" y="511556"/>
                  </a:lnTo>
                  <a:lnTo>
                    <a:pt x="509016" y="496443"/>
                  </a:lnTo>
                  <a:close/>
                </a:path>
              </a:pathLst>
            </a:custGeom>
            <a:solidFill>
              <a:srgbClr val="1EE3E3">
                <a:alpha val="30195"/>
              </a:srgbClr>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9" name="object 39">
              <a:extLst>
                <a:ext uri="{FF2B5EF4-FFF2-40B4-BE49-F238E27FC236}">
                  <a16:creationId xmlns:a16="http://schemas.microsoft.com/office/drawing/2014/main" id="{F95773F1-9801-BB38-6F49-233BDFC54FEA}"/>
                </a:ext>
              </a:extLst>
            </p:cNvPr>
            <p:cNvSpPr/>
            <p:nvPr/>
          </p:nvSpPr>
          <p:spPr>
            <a:xfrm>
              <a:off x="230124" y="1254252"/>
              <a:ext cx="297180" cy="266700"/>
            </a:xfrm>
            <a:custGeom>
              <a:avLst/>
              <a:gdLst/>
              <a:ahLst/>
              <a:cxnLst/>
              <a:rect l="l" t="t" r="r" b="b"/>
              <a:pathLst>
                <a:path w="297180" h="266700">
                  <a:moveTo>
                    <a:pt x="148590" y="0"/>
                  </a:moveTo>
                  <a:lnTo>
                    <a:pt x="101622" y="6797"/>
                  </a:lnTo>
                  <a:lnTo>
                    <a:pt x="60833" y="25725"/>
                  </a:lnTo>
                  <a:lnTo>
                    <a:pt x="28668" y="54589"/>
                  </a:lnTo>
                  <a:lnTo>
                    <a:pt x="7574" y="91196"/>
                  </a:lnTo>
                  <a:lnTo>
                    <a:pt x="0" y="133350"/>
                  </a:lnTo>
                  <a:lnTo>
                    <a:pt x="7574" y="175503"/>
                  </a:lnTo>
                  <a:lnTo>
                    <a:pt x="28668" y="212110"/>
                  </a:lnTo>
                  <a:lnTo>
                    <a:pt x="60833" y="240974"/>
                  </a:lnTo>
                  <a:lnTo>
                    <a:pt x="101622" y="259902"/>
                  </a:lnTo>
                  <a:lnTo>
                    <a:pt x="148590" y="266700"/>
                  </a:lnTo>
                  <a:lnTo>
                    <a:pt x="195557" y="259902"/>
                  </a:lnTo>
                  <a:lnTo>
                    <a:pt x="236346" y="240974"/>
                  </a:lnTo>
                  <a:lnTo>
                    <a:pt x="268511" y="212110"/>
                  </a:lnTo>
                  <a:lnTo>
                    <a:pt x="289605" y="175503"/>
                  </a:lnTo>
                  <a:lnTo>
                    <a:pt x="297180" y="133350"/>
                  </a:lnTo>
                  <a:lnTo>
                    <a:pt x="289605" y="91196"/>
                  </a:lnTo>
                  <a:lnTo>
                    <a:pt x="268511" y="54589"/>
                  </a:lnTo>
                  <a:lnTo>
                    <a:pt x="236346" y="25725"/>
                  </a:lnTo>
                  <a:lnTo>
                    <a:pt x="195557" y="6797"/>
                  </a:lnTo>
                  <a:lnTo>
                    <a:pt x="148590" y="0"/>
                  </a:lnTo>
                  <a:close/>
                </a:path>
              </a:pathLst>
            </a:custGeom>
            <a:solidFill>
              <a:srgbClr val="60E4E4"/>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10" name="object 40">
              <a:extLst>
                <a:ext uri="{FF2B5EF4-FFF2-40B4-BE49-F238E27FC236}">
                  <a16:creationId xmlns:a16="http://schemas.microsoft.com/office/drawing/2014/main" id="{5F582A8F-E685-E873-7455-2E6206DE3863}"/>
                </a:ext>
              </a:extLst>
            </p:cNvPr>
            <p:cNvSpPr/>
            <p:nvPr/>
          </p:nvSpPr>
          <p:spPr>
            <a:xfrm>
              <a:off x="0" y="1046987"/>
              <a:ext cx="698500" cy="681355"/>
            </a:xfrm>
            <a:custGeom>
              <a:avLst/>
              <a:gdLst/>
              <a:ahLst/>
              <a:cxnLst/>
              <a:rect l="l" t="t" r="r" b="b"/>
              <a:pathLst>
                <a:path w="698500" h="681355">
                  <a:moveTo>
                    <a:pt x="697992" y="340614"/>
                  </a:moveTo>
                  <a:lnTo>
                    <a:pt x="693902" y="295262"/>
                  </a:lnTo>
                  <a:lnTo>
                    <a:pt x="682078" y="252234"/>
                  </a:lnTo>
                  <a:lnTo>
                    <a:pt x="663155" y="212115"/>
                  </a:lnTo>
                  <a:lnTo>
                    <a:pt x="637781" y="175463"/>
                  </a:lnTo>
                  <a:lnTo>
                    <a:pt x="606590" y="142875"/>
                  </a:lnTo>
                  <a:lnTo>
                    <a:pt x="579932" y="122402"/>
                  </a:lnTo>
                  <a:lnTo>
                    <a:pt x="621779" y="76454"/>
                  </a:lnTo>
                  <a:lnTo>
                    <a:pt x="546468" y="33604"/>
                  </a:lnTo>
                  <a:lnTo>
                    <a:pt x="494563" y="15328"/>
                  </a:lnTo>
                  <a:lnTo>
                    <a:pt x="439254" y="3937"/>
                  </a:lnTo>
                  <a:lnTo>
                    <a:pt x="385927" y="330"/>
                  </a:lnTo>
                  <a:lnTo>
                    <a:pt x="385927" y="340614"/>
                  </a:lnTo>
                  <a:lnTo>
                    <a:pt x="383565" y="343217"/>
                  </a:lnTo>
                  <a:lnTo>
                    <a:pt x="381203" y="340614"/>
                  </a:lnTo>
                  <a:lnTo>
                    <a:pt x="383565" y="338023"/>
                  </a:lnTo>
                  <a:lnTo>
                    <a:pt x="385927" y="340614"/>
                  </a:lnTo>
                  <a:lnTo>
                    <a:pt x="385927" y="330"/>
                  </a:lnTo>
                  <a:lnTo>
                    <a:pt x="329476" y="3111"/>
                  </a:lnTo>
                  <a:lnTo>
                    <a:pt x="279857" y="12179"/>
                  </a:lnTo>
                  <a:lnTo>
                    <a:pt x="232816" y="26771"/>
                  </a:lnTo>
                  <a:lnTo>
                    <a:pt x="188798" y="46520"/>
                  </a:lnTo>
                  <a:lnTo>
                    <a:pt x="148259" y="70980"/>
                  </a:lnTo>
                  <a:lnTo>
                    <a:pt x="111645" y="99783"/>
                  </a:lnTo>
                  <a:lnTo>
                    <a:pt x="79425" y="132499"/>
                  </a:lnTo>
                  <a:lnTo>
                    <a:pt x="52044" y="168719"/>
                  </a:lnTo>
                  <a:lnTo>
                    <a:pt x="29946" y="208051"/>
                  </a:lnTo>
                  <a:lnTo>
                    <a:pt x="13614" y="250075"/>
                  </a:lnTo>
                  <a:lnTo>
                    <a:pt x="3479" y="294411"/>
                  </a:lnTo>
                  <a:lnTo>
                    <a:pt x="0" y="340614"/>
                  </a:lnTo>
                  <a:lnTo>
                    <a:pt x="3479" y="386829"/>
                  </a:lnTo>
                  <a:lnTo>
                    <a:pt x="13614" y="431165"/>
                  </a:lnTo>
                  <a:lnTo>
                    <a:pt x="29946" y="473189"/>
                  </a:lnTo>
                  <a:lnTo>
                    <a:pt x="52044" y="512521"/>
                  </a:lnTo>
                  <a:lnTo>
                    <a:pt x="79425" y="548741"/>
                  </a:lnTo>
                  <a:lnTo>
                    <a:pt x="111645" y="581456"/>
                  </a:lnTo>
                  <a:lnTo>
                    <a:pt x="148259" y="610260"/>
                  </a:lnTo>
                  <a:lnTo>
                    <a:pt x="188798" y="634720"/>
                  </a:lnTo>
                  <a:lnTo>
                    <a:pt x="232816" y="654469"/>
                  </a:lnTo>
                  <a:lnTo>
                    <a:pt x="279857" y="669061"/>
                  </a:lnTo>
                  <a:lnTo>
                    <a:pt x="329476" y="678129"/>
                  </a:lnTo>
                  <a:lnTo>
                    <a:pt x="381203" y="681228"/>
                  </a:lnTo>
                  <a:lnTo>
                    <a:pt x="439254" y="677303"/>
                  </a:lnTo>
                  <a:lnTo>
                    <a:pt x="494563" y="665911"/>
                  </a:lnTo>
                  <a:lnTo>
                    <a:pt x="546468" y="647636"/>
                  </a:lnTo>
                  <a:lnTo>
                    <a:pt x="594347" y="623062"/>
                  </a:lnTo>
                  <a:lnTo>
                    <a:pt x="621792" y="604774"/>
                  </a:lnTo>
                  <a:lnTo>
                    <a:pt x="579945" y="558850"/>
                  </a:lnTo>
                  <a:lnTo>
                    <a:pt x="606590" y="538353"/>
                  </a:lnTo>
                  <a:lnTo>
                    <a:pt x="637781" y="505777"/>
                  </a:lnTo>
                  <a:lnTo>
                    <a:pt x="663155" y="469125"/>
                  </a:lnTo>
                  <a:lnTo>
                    <a:pt x="682078" y="429006"/>
                  </a:lnTo>
                  <a:lnTo>
                    <a:pt x="693902" y="385978"/>
                  </a:lnTo>
                  <a:lnTo>
                    <a:pt x="697992" y="340614"/>
                  </a:lnTo>
                  <a:close/>
                </a:path>
              </a:pathLst>
            </a:custGeom>
            <a:solidFill>
              <a:srgbClr val="1EE3E3">
                <a:alpha val="30195"/>
              </a:srgbClr>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11" name="object 41">
              <a:extLst>
                <a:ext uri="{FF2B5EF4-FFF2-40B4-BE49-F238E27FC236}">
                  <a16:creationId xmlns:a16="http://schemas.microsoft.com/office/drawing/2014/main" id="{1B100B3B-8F71-4296-2A26-53CBE87CD560}"/>
                </a:ext>
              </a:extLst>
            </p:cNvPr>
            <p:cNvSpPr/>
            <p:nvPr/>
          </p:nvSpPr>
          <p:spPr>
            <a:xfrm>
              <a:off x="236220" y="1254252"/>
              <a:ext cx="297180" cy="266700"/>
            </a:xfrm>
            <a:custGeom>
              <a:avLst/>
              <a:gdLst/>
              <a:ahLst/>
              <a:cxnLst/>
              <a:rect l="l" t="t" r="r" b="b"/>
              <a:pathLst>
                <a:path w="297180" h="266700">
                  <a:moveTo>
                    <a:pt x="148590" y="0"/>
                  </a:moveTo>
                  <a:lnTo>
                    <a:pt x="101622" y="6797"/>
                  </a:lnTo>
                  <a:lnTo>
                    <a:pt x="60833" y="25725"/>
                  </a:lnTo>
                  <a:lnTo>
                    <a:pt x="28668" y="54589"/>
                  </a:lnTo>
                  <a:lnTo>
                    <a:pt x="7574" y="91196"/>
                  </a:lnTo>
                  <a:lnTo>
                    <a:pt x="0" y="133350"/>
                  </a:lnTo>
                  <a:lnTo>
                    <a:pt x="7574" y="175503"/>
                  </a:lnTo>
                  <a:lnTo>
                    <a:pt x="28668" y="212110"/>
                  </a:lnTo>
                  <a:lnTo>
                    <a:pt x="60833" y="240974"/>
                  </a:lnTo>
                  <a:lnTo>
                    <a:pt x="101622" y="259902"/>
                  </a:lnTo>
                  <a:lnTo>
                    <a:pt x="148590" y="266700"/>
                  </a:lnTo>
                  <a:lnTo>
                    <a:pt x="195557" y="259902"/>
                  </a:lnTo>
                  <a:lnTo>
                    <a:pt x="236346" y="240974"/>
                  </a:lnTo>
                  <a:lnTo>
                    <a:pt x="268511" y="212110"/>
                  </a:lnTo>
                  <a:lnTo>
                    <a:pt x="289605" y="175503"/>
                  </a:lnTo>
                  <a:lnTo>
                    <a:pt x="297180" y="133350"/>
                  </a:lnTo>
                  <a:lnTo>
                    <a:pt x="289605" y="91196"/>
                  </a:lnTo>
                  <a:lnTo>
                    <a:pt x="268511" y="54589"/>
                  </a:lnTo>
                  <a:lnTo>
                    <a:pt x="236346" y="25725"/>
                  </a:lnTo>
                  <a:lnTo>
                    <a:pt x="195557" y="6797"/>
                  </a:lnTo>
                  <a:lnTo>
                    <a:pt x="148590" y="0"/>
                  </a:lnTo>
                  <a:close/>
                </a:path>
              </a:pathLst>
            </a:custGeom>
            <a:solidFill>
              <a:srgbClr val="60E4E4"/>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12" name="object 42">
              <a:extLst>
                <a:ext uri="{FF2B5EF4-FFF2-40B4-BE49-F238E27FC236}">
                  <a16:creationId xmlns:a16="http://schemas.microsoft.com/office/drawing/2014/main" id="{C01613D3-CC8B-D1B0-AC00-2740DAE542B7}"/>
                </a:ext>
              </a:extLst>
            </p:cNvPr>
            <p:cNvSpPr/>
            <p:nvPr/>
          </p:nvSpPr>
          <p:spPr>
            <a:xfrm>
              <a:off x="143255" y="1046988"/>
              <a:ext cx="620395" cy="681355"/>
            </a:xfrm>
            <a:custGeom>
              <a:avLst/>
              <a:gdLst/>
              <a:ahLst/>
              <a:cxnLst/>
              <a:rect l="l" t="t" r="r" b="b"/>
              <a:pathLst>
                <a:path w="620395" h="681355">
                  <a:moveTo>
                    <a:pt x="239991" y="0"/>
                  </a:moveTo>
                  <a:lnTo>
                    <a:pt x="182082" y="3927"/>
                  </a:lnTo>
                  <a:lnTo>
                    <a:pt x="126914" y="15319"/>
                  </a:lnTo>
                  <a:lnTo>
                    <a:pt x="75132" y="33593"/>
                  </a:lnTo>
                  <a:lnTo>
                    <a:pt x="27381" y="58165"/>
                  </a:lnTo>
                  <a:lnTo>
                    <a:pt x="0" y="76453"/>
                  </a:lnTo>
                  <a:lnTo>
                    <a:pt x="239991" y="340613"/>
                  </a:lnTo>
                  <a:lnTo>
                    <a:pt x="12" y="604774"/>
                  </a:lnTo>
                  <a:lnTo>
                    <a:pt x="75132" y="647634"/>
                  </a:lnTo>
                  <a:lnTo>
                    <a:pt x="126914" y="665908"/>
                  </a:lnTo>
                  <a:lnTo>
                    <a:pt x="182082" y="677300"/>
                  </a:lnTo>
                  <a:lnTo>
                    <a:pt x="239991" y="681227"/>
                  </a:lnTo>
                  <a:lnTo>
                    <a:pt x="291592" y="678118"/>
                  </a:lnTo>
                  <a:lnTo>
                    <a:pt x="341084" y="669058"/>
                  </a:lnTo>
                  <a:lnTo>
                    <a:pt x="388012" y="654456"/>
                  </a:lnTo>
                  <a:lnTo>
                    <a:pt x="431924" y="634717"/>
                  </a:lnTo>
                  <a:lnTo>
                    <a:pt x="472366" y="610248"/>
                  </a:lnTo>
                  <a:lnTo>
                    <a:pt x="508887" y="581453"/>
                  </a:lnTo>
                  <a:lnTo>
                    <a:pt x="541032" y="548740"/>
                  </a:lnTo>
                  <a:lnTo>
                    <a:pt x="568348" y="512515"/>
                  </a:lnTo>
                  <a:lnTo>
                    <a:pt x="590383" y="473184"/>
                  </a:lnTo>
                  <a:lnTo>
                    <a:pt x="606684" y="431152"/>
                  </a:lnTo>
                  <a:lnTo>
                    <a:pt x="616796" y="386827"/>
                  </a:lnTo>
                  <a:lnTo>
                    <a:pt x="620268" y="340613"/>
                  </a:lnTo>
                  <a:lnTo>
                    <a:pt x="616796" y="294400"/>
                  </a:lnTo>
                  <a:lnTo>
                    <a:pt x="606684" y="250075"/>
                  </a:lnTo>
                  <a:lnTo>
                    <a:pt x="590383" y="208043"/>
                  </a:lnTo>
                  <a:lnTo>
                    <a:pt x="568348" y="168712"/>
                  </a:lnTo>
                  <a:lnTo>
                    <a:pt x="541032" y="132487"/>
                  </a:lnTo>
                  <a:lnTo>
                    <a:pt x="508887" y="99774"/>
                  </a:lnTo>
                  <a:lnTo>
                    <a:pt x="472366" y="70979"/>
                  </a:lnTo>
                  <a:lnTo>
                    <a:pt x="431924" y="46510"/>
                  </a:lnTo>
                  <a:lnTo>
                    <a:pt x="388012" y="26771"/>
                  </a:lnTo>
                  <a:lnTo>
                    <a:pt x="341084" y="12169"/>
                  </a:lnTo>
                  <a:lnTo>
                    <a:pt x="291592" y="3109"/>
                  </a:lnTo>
                  <a:lnTo>
                    <a:pt x="239991" y="0"/>
                  </a:lnTo>
                  <a:close/>
                </a:path>
              </a:pathLst>
            </a:custGeom>
            <a:solidFill>
              <a:srgbClr val="1EE3E3">
                <a:alpha val="30195"/>
              </a:srgbClr>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13" name="object 43">
              <a:extLst>
                <a:ext uri="{FF2B5EF4-FFF2-40B4-BE49-F238E27FC236}">
                  <a16:creationId xmlns:a16="http://schemas.microsoft.com/office/drawing/2014/main" id="{2DC4483E-E564-C0A7-DE3B-A1E44CDF8EC8}"/>
                </a:ext>
              </a:extLst>
            </p:cNvPr>
            <p:cNvSpPr txBox="1"/>
            <p:nvPr/>
          </p:nvSpPr>
          <p:spPr>
            <a:xfrm>
              <a:off x="103123" y="1281811"/>
              <a:ext cx="558800" cy="252028"/>
            </a:xfrm>
            <a:prstGeom prst="rect">
              <a:avLst/>
            </a:prstGeom>
          </p:spPr>
          <p:txBody>
            <a:bodyPr vert="horz" wrap="square" lIns="0" tIns="12065" rIns="0" bIns="0" rtlCol="0">
              <a:spAutoFit/>
            </a:bodyPr>
            <a:lstStyle/>
            <a:p>
              <a:pPr marL="12700">
                <a:lnSpc>
                  <a:spcPct val="100000"/>
                </a:lnSpc>
                <a:spcBef>
                  <a:spcPts val="95"/>
                </a:spcBef>
              </a:pPr>
              <a:r>
                <a:rPr sz="1200" spc="-20">
                  <a:latin typeface="Microsoft JhengHei" panose="020B0604030504040204" pitchFamily="34" charset="-120"/>
                  <a:ea typeface="Microsoft JhengHei" panose="020B0604030504040204" pitchFamily="34" charset="-120"/>
                  <a:cs typeface="Noto Sans CJK HK"/>
                </a:rPr>
                <a:t>PLAN</a:t>
              </a:r>
              <a:endParaRPr sz="1200">
                <a:latin typeface="Microsoft JhengHei" panose="020B0604030504040204" pitchFamily="34" charset="-120"/>
                <a:ea typeface="Microsoft JhengHei" panose="020B0604030504040204" pitchFamily="34" charset="-120"/>
                <a:cs typeface="Noto Sans CJK HK"/>
              </a:endParaRPr>
            </a:p>
          </p:txBody>
        </p:sp>
      </p:grpSp>
      <p:sp>
        <p:nvSpPr>
          <p:cNvPr id="14" name="向右箭號 53">
            <a:extLst>
              <a:ext uri="{FF2B5EF4-FFF2-40B4-BE49-F238E27FC236}">
                <a16:creationId xmlns:a16="http://schemas.microsoft.com/office/drawing/2014/main" id="{43835AF8-6E0C-CCB2-4608-A2FDE77AAB72}"/>
              </a:ext>
            </a:extLst>
          </p:cNvPr>
          <p:cNvSpPr/>
          <p:nvPr/>
        </p:nvSpPr>
        <p:spPr>
          <a:xfrm>
            <a:off x="1078165" y="891011"/>
            <a:ext cx="10768395" cy="73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a:solidFill>
                <a:schemeClr val="bg1"/>
              </a:solidFill>
              <a:latin typeface="Microsoft JhengHei" panose="020B0604030504040204" pitchFamily="34" charset="-120"/>
              <a:ea typeface="Microsoft JhengHei" panose="020B0604030504040204" pitchFamily="34" charset="-120"/>
            </a:endParaRPr>
          </a:p>
        </p:txBody>
      </p:sp>
      <p:sp>
        <p:nvSpPr>
          <p:cNvPr id="15" name="object 7">
            <a:extLst>
              <a:ext uri="{FF2B5EF4-FFF2-40B4-BE49-F238E27FC236}">
                <a16:creationId xmlns:a16="http://schemas.microsoft.com/office/drawing/2014/main" id="{E208A882-0882-CEC1-D6EC-BD356BB4288B}"/>
              </a:ext>
            </a:extLst>
          </p:cNvPr>
          <p:cNvSpPr txBox="1"/>
          <p:nvPr/>
        </p:nvSpPr>
        <p:spPr>
          <a:xfrm>
            <a:off x="3667717" y="1008480"/>
            <a:ext cx="553720" cy="231474"/>
          </a:xfrm>
          <a:prstGeom prst="rect">
            <a:avLst/>
          </a:prstGeom>
          <a:ln w="9144">
            <a:noFill/>
          </a:ln>
        </p:spPr>
        <p:txBody>
          <a:bodyPr vert="horz" wrap="square" lIns="0" tIns="46355" rIns="0" bIns="0" rtlCol="0">
            <a:spAutoFit/>
          </a:bodyPr>
          <a:lstStyle/>
          <a:p>
            <a:pPr marL="93980">
              <a:lnSpc>
                <a:spcPct val="100000"/>
              </a:lnSpc>
              <a:spcBef>
                <a:spcPts val="365"/>
              </a:spcBef>
            </a:pPr>
            <a:r>
              <a:rPr lang="en-US" sz="1200" spc="-20" dirty="0">
                <a:latin typeface="Microsoft JhengHei" panose="020B0604030504040204" pitchFamily="34" charset="-120"/>
                <a:ea typeface="Microsoft JhengHei" panose="020B0604030504040204" pitchFamily="34" charset="-120"/>
                <a:cs typeface="Noto Sans CJK HK"/>
              </a:rPr>
              <a:t>2/15</a:t>
            </a:r>
            <a:endParaRPr sz="1200" dirty="0">
              <a:latin typeface="Microsoft JhengHei" panose="020B0604030504040204" pitchFamily="34" charset="-120"/>
              <a:ea typeface="Microsoft JhengHei" panose="020B0604030504040204" pitchFamily="34" charset="-120"/>
              <a:cs typeface="Noto Sans CJK HK"/>
            </a:endParaRPr>
          </a:p>
        </p:txBody>
      </p:sp>
      <p:sp>
        <p:nvSpPr>
          <p:cNvPr id="16" name="object 9">
            <a:extLst>
              <a:ext uri="{FF2B5EF4-FFF2-40B4-BE49-F238E27FC236}">
                <a16:creationId xmlns:a16="http://schemas.microsoft.com/office/drawing/2014/main" id="{7E29BABF-1310-B810-793B-806314D35653}"/>
              </a:ext>
            </a:extLst>
          </p:cNvPr>
          <p:cNvSpPr txBox="1"/>
          <p:nvPr/>
        </p:nvSpPr>
        <p:spPr>
          <a:xfrm>
            <a:off x="10668212" y="1064747"/>
            <a:ext cx="553720" cy="231474"/>
          </a:xfrm>
          <a:prstGeom prst="rect">
            <a:avLst/>
          </a:prstGeom>
          <a:ln w="9144">
            <a:noFill/>
          </a:ln>
        </p:spPr>
        <p:txBody>
          <a:bodyPr vert="horz" wrap="square" lIns="0" tIns="46355" rIns="0" bIns="0" rtlCol="0">
            <a:spAutoFit/>
          </a:bodyPr>
          <a:lstStyle/>
          <a:p>
            <a:pPr marL="96520">
              <a:lnSpc>
                <a:spcPct val="100000"/>
              </a:lnSpc>
              <a:spcBef>
                <a:spcPts val="365"/>
              </a:spcBef>
            </a:pPr>
            <a:r>
              <a:rPr lang="en-US" sz="1200" spc="-20" dirty="0">
                <a:latin typeface="Microsoft JhengHei" panose="020B0604030504040204" pitchFamily="34" charset="-120"/>
                <a:ea typeface="Microsoft JhengHei" panose="020B0604030504040204" pitchFamily="34" charset="-120"/>
                <a:cs typeface="Noto Sans CJK HK"/>
              </a:rPr>
              <a:t>4/30</a:t>
            </a:r>
            <a:endParaRPr sz="1200" dirty="0">
              <a:latin typeface="Microsoft JhengHei" panose="020B0604030504040204" pitchFamily="34" charset="-120"/>
              <a:ea typeface="Microsoft JhengHei" panose="020B0604030504040204" pitchFamily="34" charset="-120"/>
              <a:cs typeface="Noto Sans CJK HK"/>
            </a:endParaRPr>
          </a:p>
        </p:txBody>
      </p:sp>
      <p:sp>
        <p:nvSpPr>
          <p:cNvPr id="17" name="object 12">
            <a:extLst>
              <a:ext uri="{FF2B5EF4-FFF2-40B4-BE49-F238E27FC236}">
                <a16:creationId xmlns:a16="http://schemas.microsoft.com/office/drawing/2014/main" id="{143FB1AE-9257-3772-ABC5-0F2DA01F674F}"/>
              </a:ext>
            </a:extLst>
          </p:cNvPr>
          <p:cNvSpPr txBox="1"/>
          <p:nvPr/>
        </p:nvSpPr>
        <p:spPr>
          <a:xfrm>
            <a:off x="1131165" y="1046705"/>
            <a:ext cx="979332" cy="231474"/>
          </a:xfrm>
          <a:prstGeom prst="rect">
            <a:avLst/>
          </a:prstGeom>
          <a:ln w="9144">
            <a:noFill/>
          </a:ln>
        </p:spPr>
        <p:txBody>
          <a:bodyPr vert="horz" wrap="square" lIns="0" tIns="46355" rIns="0" bIns="0" rtlCol="0">
            <a:spAutoFit/>
          </a:bodyPr>
          <a:lstStyle/>
          <a:p>
            <a:pPr marL="114300">
              <a:lnSpc>
                <a:spcPct val="100000"/>
              </a:lnSpc>
              <a:spcBef>
                <a:spcPts val="365"/>
              </a:spcBef>
            </a:pPr>
            <a:r>
              <a:rPr lang="en-US" sz="1200" spc="-10" dirty="0">
                <a:latin typeface="Microsoft JhengHei" panose="020B0604030504040204" pitchFamily="34" charset="-120"/>
                <a:ea typeface="Microsoft JhengHei" panose="020B0604030504040204" pitchFamily="34" charset="-120"/>
                <a:cs typeface="Noto Sans CJK HK"/>
              </a:rPr>
              <a:t>26/01/30</a:t>
            </a:r>
            <a:endParaRPr sz="1200" dirty="0">
              <a:latin typeface="Microsoft JhengHei" panose="020B0604030504040204" pitchFamily="34" charset="-120"/>
              <a:ea typeface="Microsoft JhengHei" panose="020B0604030504040204" pitchFamily="34" charset="-120"/>
              <a:cs typeface="Noto Sans CJK HK"/>
            </a:endParaRPr>
          </a:p>
        </p:txBody>
      </p:sp>
      <p:sp>
        <p:nvSpPr>
          <p:cNvPr id="19" name="object 23">
            <a:extLst>
              <a:ext uri="{FF2B5EF4-FFF2-40B4-BE49-F238E27FC236}">
                <a16:creationId xmlns:a16="http://schemas.microsoft.com/office/drawing/2014/main" id="{6CF9A2F5-393A-75C1-FCB8-3EE1EB11901A}"/>
              </a:ext>
            </a:extLst>
          </p:cNvPr>
          <p:cNvSpPr txBox="1"/>
          <p:nvPr/>
        </p:nvSpPr>
        <p:spPr>
          <a:xfrm>
            <a:off x="7389588" y="1001416"/>
            <a:ext cx="553720" cy="231474"/>
          </a:xfrm>
          <a:prstGeom prst="rect">
            <a:avLst/>
          </a:prstGeom>
          <a:ln w="9144">
            <a:noFill/>
          </a:ln>
        </p:spPr>
        <p:txBody>
          <a:bodyPr vert="horz" wrap="square" lIns="0" tIns="46355" rIns="0" bIns="0" rtlCol="0">
            <a:spAutoFit/>
          </a:bodyPr>
          <a:lstStyle/>
          <a:p>
            <a:pPr marL="95250">
              <a:lnSpc>
                <a:spcPct val="100000"/>
              </a:lnSpc>
              <a:spcBef>
                <a:spcPts val="365"/>
              </a:spcBef>
            </a:pPr>
            <a:r>
              <a:rPr lang="en-US" sz="1200" spc="-20" dirty="0">
                <a:latin typeface="Microsoft JhengHei" panose="020B0604030504040204" pitchFamily="34" charset="-120"/>
                <a:ea typeface="Microsoft JhengHei" panose="020B0604030504040204" pitchFamily="34" charset="-120"/>
                <a:cs typeface="Noto Sans CJK HK"/>
              </a:rPr>
              <a:t>4/15</a:t>
            </a:r>
            <a:endParaRPr sz="1200" dirty="0">
              <a:latin typeface="Microsoft JhengHei" panose="020B0604030504040204" pitchFamily="34" charset="-120"/>
              <a:ea typeface="Microsoft JhengHei" panose="020B0604030504040204" pitchFamily="34" charset="-120"/>
              <a:cs typeface="Noto Sans CJK HK"/>
            </a:endParaRPr>
          </a:p>
        </p:txBody>
      </p:sp>
      <p:sp>
        <p:nvSpPr>
          <p:cNvPr id="20" name="object 25">
            <a:extLst>
              <a:ext uri="{FF2B5EF4-FFF2-40B4-BE49-F238E27FC236}">
                <a16:creationId xmlns:a16="http://schemas.microsoft.com/office/drawing/2014/main" id="{F04E450C-3F67-8218-8CF7-BC26942629FF}"/>
              </a:ext>
            </a:extLst>
          </p:cNvPr>
          <p:cNvSpPr txBox="1"/>
          <p:nvPr/>
        </p:nvSpPr>
        <p:spPr>
          <a:xfrm>
            <a:off x="5705612" y="1010407"/>
            <a:ext cx="454659" cy="232756"/>
          </a:xfrm>
          <a:prstGeom prst="rect">
            <a:avLst/>
          </a:prstGeom>
          <a:ln w="9144">
            <a:noFill/>
          </a:ln>
        </p:spPr>
        <p:txBody>
          <a:bodyPr vert="horz" wrap="square" lIns="0" tIns="47625" rIns="0" bIns="0" rtlCol="0">
            <a:spAutoFit/>
          </a:bodyPr>
          <a:lstStyle/>
          <a:p>
            <a:pPr marL="93980">
              <a:lnSpc>
                <a:spcPct val="100000"/>
              </a:lnSpc>
              <a:spcBef>
                <a:spcPts val="375"/>
              </a:spcBef>
            </a:pPr>
            <a:r>
              <a:rPr lang="en-US" sz="1200" spc="-25" dirty="0">
                <a:latin typeface="Microsoft JhengHei" panose="020B0604030504040204" pitchFamily="34" charset="-120"/>
                <a:ea typeface="Microsoft JhengHei" panose="020B0604030504040204" pitchFamily="34" charset="-120"/>
                <a:cs typeface="Noto Sans CJK HK"/>
              </a:rPr>
              <a:t>3/15</a:t>
            </a:r>
            <a:endParaRPr sz="1200" dirty="0">
              <a:latin typeface="Microsoft JhengHei" panose="020B0604030504040204" pitchFamily="34" charset="-120"/>
              <a:ea typeface="Microsoft JhengHei" panose="020B0604030504040204" pitchFamily="34" charset="-120"/>
              <a:cs typeface="Noto Sans CJK HK"/>
            </a:endParaRPr>
          </a:p>
        </p:txBody>
      </p:sp>
      <p:sp>
        <p:nvSpPr>
          <p:cNvPr id="21" name="object 24">
            <a:extLst>
              <a:ext uri="{FF2B5EF4-FFF2-40B4-BE49-F238E27FC236}">
                <a16:creationId xmlns:a16="http://schemas.microsoft.com/office/drawing/2014/main" id="{2F686278-FB1B-0913-AA82-55D529625E63}"/>
              </a:ext>
            </a:extLst>
          </p:cNvPr>
          <p:cNvSpPr/>
          <p:nvPr/>
        </p:nvSpPr>
        <p:spPr>
          <a:xfrm>
            <a:off x="5850307" y="638935"/>
            <a:ext cx="76200" cy="369914"/>
          </a:xfrm>
          <a:custGeom>
            <a:avLst/>
            <a:gdLst/>
            <a:ahLst/>
            <a:cxnLst/>
            <a:rect l="l" t="t" r="r" b="b"/>
            <a:pathLst>
              <a:path w="76200" h="480059">
                <a:moveTo>
                  <a:pt x="28151" y="76166"/>
                </a:moveTo>
                <a:lnTo>
                  <a:pt x="26797" y="479932"/>
                </a:lnTo>
                <a:lnTo>
                  <a:pt x="46609" y="480059"/>
                </a:lnTo>
                <a:lnTo>
                  <a:pt x="47963" y="76232"/>
                </a:lnTo>
                <a:lnTo>
                  <a:pt x="28151" y="76166"/>
                </a:lnTo>
                <a:close/>
              </a:path>
              <a:path w="76200" h="480059">
                <a:moveTo>
                  <a:pt x="69818" y="63500"/>
                </a:moveTo>
                <a:lnTo>
                  <a:pt x="48005" y="63500"/>
                </a:lnTo>
                <a:lnTo>
                  <a:pt x="47963" y="76232"/>
                </a:lnTo>
                <a:lnTo>
                  <a:pt x="76200" y="76326"/>
                </a:lnTo>
                <a:lnTo>
                  <a:pt x="69818" y="63500"/>
                </a:lnTo>
                <a:close/>
              </a:path>
              <a:path w="76200" h="480059">
                <a:moveTo>
                  <a:pt x="48005" y="63500"/>
                </a:moveTo>
                <a:lnTo>
                  <a:pt x="28194" y="63500"/>
                </a:lnTo>
                <a:lnTo>
                  <a:pt x="28151" y="76166"/>
                </a:lnTo>
                <a:lnTo>
                  <a:pt x="47963" y="76232"/>
                </a:lnTo>
                <a:lnTo>
                  <a:pt x="48005" y="63500"/>
                </a:lnTo>
                <a:close/>
              </a:path>
              <a:path w="76200" h="480059">
                <a:moveTo>
                  <a:pt x="38226" y="0"/>
                </a:moveTo>
                <a:lnTo>
                  <a:pt x="0" y="76072"/>
                </a:lnTo>
                <a:lnTo>
                  <a:pt x="28151" y="76166"/>
                </a:lnTo>
                <a:lnTo>
                  <a:pt x="28194" y="63500"/>
                </a:lnTo>
                <a:lnTo>
                  <a:pt x="69818" y="63500"/>
                </a:lnTo>
                <a:lnTo>
                  <a:pt x="38226" y="0"/>
                </a:lnTo>
                <a:close/>
              </a:path>
            </a:pathLst>
          </a:custGeom>
          <a:solidFill>
            <a:schemeClr val="accent4"/>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22" name="object 24">
            <a:extLst>
              <a:ext uri="{FF2B5EF4-FFF2-40B4-BE49-F238E27FC236}">
                <a16:creationId xmlns:a16="http://schemas.microsoft.com/office/drawing/2014/main" id="{95F59B76-1B34-DD0E-F2C8-B3527741A517}"/>
              </a:ext>
            </a:extLst>
          </p:cNvPr>
          <p:cNvSpPr/>
          <p:nvPr/>
        </p:nvSpPr>
        <p:spPr>
          <a:xfrm>
            <a:off x="10879270" y="645966"/>
            <a:ext cx="76200" cy="369914"/>
          </a:xfrm>
          <a:custGeom>
            <a:avLst/>
            <a:gdLst/>
            <a:ahLst/>
            <a:cxnLst/>
            <a:rect l="l" t="t" r="r" b="b"/>
            <a:pathLst>
              <a:path w="76200" h="480059">
                <a:moveTo>
                  <a:pt x="28151" y="76166"/>
                </a:moveTo>
                <a:lnTo>
                  <a:pt x="26797" y="479932"/>
                </a:lnTo>
                <a:lnTo>
                  <a:pt x="46609" y="480059"/>
                </a:lnTo>
                <a:lnTo>
                  <a:pt x="47963" y="76232"/>
                </a:lnTo>
                <a:lnTo>
                  <a:pt x="28151" y="76166"/>
                </a:lnTo>
                <a:close/>
              </a:path>
              <a:path w="76200" h="480059">
                <a:moveTo>
                  <a:pt x="69818" y="63500"/>
                </a:moveTo>
                <a:lnTo>
                  <a:pt x="48005" y="63500"/>
                </a:lnTo>
                <a:lnTo>
                  <a:pt x="47963" y="76232"/>
                </a:lnTo>
                <a:lnTo>
                  <a:pt x="76200" y="76326"/>
                </a:lnTo>
                <a:lnTo>
                  <a:pt x="69818" y="63500"/>
                </a:lnTo>
                <a:close/>
              </a:path>
              <a:path w="76200" h="480059">
                <a:moveTo>
                  <a:pt x="48005" y="63500"/>
                </a:moveTo>
                <a:lnTo>
                  <a:pt x="28194" y="63500"/>
                </a:lnTo>
                <a:lnTo>
                  <a:pt x="28151" y="76166"/>
                </a:lnTo>
                <a:lnTo>
                  <a:pt x="47963" y="76232"/>
                </a:lnTo>
                <a:lnTo>
                  <a:pt x="48005" y="63500"/>
                </a:lnTo>
                <a:close/>
              </a:path>
              <a:path w="76200" h="480059">
                <a:moveTo>
                  <a:pt x="38226" y="0"/>
                </a:moveTo>
                <a:lnTo>
                  <a:pt x="0" y="76072"/>
                </a:lnTo>
                <a:lnTo>
                  <a:pt x="28151" y="76166"/>
                </a:lnTo>
                <a:lnTo>
                  <a:pt x="28194" y="63500"/>
                </a:lnTo>
                <a:lnTo>
                  <a:pt x="69818" y="63500"/>
                </a:lnTo>
                <a:lnTo>
                  <a:pt x="38226" y="0"/>
                </a:lnTo>
                <a:close/>
              </a:path>
            </a:pathLst>
          </a:custGeom>
          <a:solidFill>
            <a:schemeClr val="accent4"/>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23" name="object 24">
            <a:extLst>
              <a:ext uri="{FF2B5EF4-FFF2-40B4-BE49-F238E27FC236}">
                <a16:creationId xmlns:a16="http://schemas.microsoft.com/office/drawing/2014/main" id="{422C65E2-5FF8-ABC0-A90A-9896B6A54640}"/>
              </a:ext>
            </a:extLst>
          </p:cNvPr>
          <p:cNvSpPr/>
          <p:nvPr/>
        </p:nvSpPr>
        <p:spPr>
          <a:xfrm>
            <a:off x="7591317" y="623174"/>
            <a:ext cx="76200" cy="369914"/>
          </a:xfrm>
          <a:custGeom>
            <a:avLst/>
            <a:gdLst/>
            <a:ahLst/>
            <a:cxnLst/>
            <a:rect l="l" t="t" r="r" b="b"/>
            <a:pathLst>
              <a:path w="76200" h="480059">
                <a:moveTo>
                  <a:pt x="28151" y="76166"/>
                </a:moveTo>
                <a:lnTo>
                  <a:pt x="26797" y="479932"/>
                </a:lnTo>
                <a:lnTo>
                  <a:pt x="46609" y="480059"/>
                </a:lnTo>
                <a:lnTo>
                  <a:pt x="47963" y="76232"/>
                </a:lnTo>
                <a:lnTo>
                  <a:pt x="28151" y="76166"/>
                </a:lnTo>
                <a:close/>
              </a:path>
              <a:path w="76200" h="480059">
                <a:moveTo>
                  <a:pt x="69818" y="63500"/>
                </a:moveTo>
                <a:lnTo>
                  <a:pt x="48005" y="63500"/>
                </a:lnTo>
                <a:lnTo>
                  <a:pt x="47963" y="76232"/>
                </a:lnTo>
                <a:lnTo>
                  <a:pt x="76200" y="76326"/>
                </a:lnTo>
                <a:lnTo>
                  <a:pt x="69818" y="63500"/>
                </a:lnTo>
                <a:close/>
              </a:path>
              <a:path w="76200" h="480059">
                <a:moveTo>
                  <a:pt x="48005" y="63500"/>
                </a:moveTo>
                <a:lnTo>
                  <a:pt x="28194" y="63500"/>
                </a:lnTo>
                <a:lnTo>
                  <a:pt x="28151" y="76166"/>
                </a:lnTo>
                <a:lnTo>
                  <a:pt x="47963" y="76232"/>
                </a:lnTo>
                <a:lnTo>
                  <a:pt x="48005" y="63500"/>
                </a:lnTo>
                <a:close/>
              </a:path>
              <a:path w="76200" h="480059">
                <a:moveTo>
                  <a:pt x="38226" y="0"/>
                </a:moveTo>
                <a:lnTo>
                  <a:pt x="0" y="76072"/>
                </a:lnTo>
                <a:lnTo>
                  <a:pt x="28151" y="76166"/>
                </a:lnTo>
                <a:lnTo>
                  <a:pt x="28194" y="63500"/>
                </a:lnTo>
                <a:lnTo>
                  <a:pt x="69818" y="63500"/>
                </a:lnTo>
                <a:lnTo>
                  <a:pt x="38226" y="0"/>
                </a:lnTo>
                <a:close/>
              </a:path>
            </a:pathLst>
          </a:custGeom>
          <a:solidFill>
            <a:schemeClr val="accent4"/>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24" name="橢圓 87">
            <a:extLst>
              <a:ext uri="{FF2B5EF4-FFF2-40B4-BE49-F238E27FC236}">
                <a16:creationId xmlns:a16="http://schemas.microsoft.com/office/drawing/2014/main" id="{533272D4-950B-FA06-02BD-2519975A2A43}"/>
              </a:ext>
            </a:extLst>
          </p:cNvPr>
          <p:cNvSpPr/>
          <p:nvPr/>
        </p:nvSpPr>
        <p:spPr>
          <a:xfrm>
            <a:off x="5778290" y="835739"/>
            <a:ext cx="213304" cy="18211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a:solidFill>
                <a:schemeClr val="bg1"/>
              </a:solidFill>
              <a:latin typeface="Microsoft JhengHei" panose="020B0604030504040204" pitchFamily="34" charset="-120"/>
              <a:ea typeface="Microsoft JhengHei" panose="020B0604030504040204" pitchFamily="34" charset="-120"/>
            </a:endParaRPr>
          </a:p>
        </p:txBody>
      </p:sp>
      <p:sp>
        <p:nvSpPr>
          <p:cNvPr id="25" name="橢圓 88">
            <a:extLst>
              <a:ext uri="{FF2B5EF4-FFF2-40B4-BE49-F238E27FC236}">
                <a16:creationId xmlns:a16="http://schemas.microsoft.com/office/drawing/2014/main" id="{3D358258-E759-4FFC-8BDF-1F8E3F6BC8C4}"/>
              </a:ext>
            </a:extLst>
          </p:cNvPr>
          <p:cNvSpPr/>
          <p:nvPr/>
        </p:nvSpPr>
        <p:spPr>
          <a:xfrm>
            <a:off x="7523141" y="811380"/>
            <a:ext cx="211261" cy="197013"/>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a:solidFill>
                <a:schemeClr val="bg1"/>
              </a:solidFill>
              <a:latin typeface="Microsoft JhengHei" panose="020B0604030504040204" pitchFamily="34" charset="-120"/>
              <a:ea typeface="Microsoft JhengHei" panose="020B0604030504040204" pitchFamily="34" charset="-120"/>
            </a:endParaRPr>
          </a:p>
        </p:txBody>
      </p:sp>
      <p:sp>
        <p:nvSpPr>
          <p:cNvPr id="26" name="橢圓 91">
            <a:extLst>
              <a:ext uri="{FF2B5EF4-FFF2-40B4-BE49-F238E27FC236}">
                <a16:creationId xmlns:a16="http://schemas.microsoft.com/office/drawing/2014/main" id="{B8CDD9E8-33D6-71B1-C90C-41664ABDBB87}"/>
              </a:ext>
            </a:extLst>
          </p:cNvPr>
          <p:cNvSpPr/>
          <p:nvPr/>
        </p:nvSpPr>
        <p:spPr>
          <a:xfrm>
            <a:off x="10829924" y="827083"/>
            <a:ext cx="174892" cy="178415"/>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a:solidFill>
                <a:schemeClr val="bg1"/>
              </a:solidFill>
              <a:latin typeface="Microsoft JhengHei" panose="020B0604030504040204" pitchFamily="34" charset="-120"/>
              <a:ea typeface="Microsoft JhengHei" panose="020B0604030504040204" pitchFamily="34" charset="-120"/>
            </a:endParaRPr>
          </a:p>
        </p:txBody>
      </p:sp>
      <p:sp>
        <p:nvSpPr>
          <p:cNvPr id="27" name="object 9">
            <a:extLst>
              <a:ext uri="{FF2B5EF4-FFF2-40B4-BE49-F238E27FC236}">
                <a16:creationId xmlns:a16="http://schemas.microsoft.com/office/drawing/2014/main" id="{8776E033-5E23-21B9-4252-CF58C8F1295D}"/>
              </a:ext>
            </a:extLst>
          </p:cNvPr>
          <p:cNvSpPr txBox="1"/>
          <p:nvPr/>
        </p:nvSpPr>
        <p:spPr>
          <a:xfrm>
            <a:off x="9186089" y="1022672"/>
            <a:ext cx="553720" cy="231474"/>
          </a:xfrm>
          <a:prstGeom prst="rect">
            <a:avLst/>
          </a:prstGeom>
          <a:ln w="9144">
            <a:noFill/>
          </a:ln>
        </p:spPr>
        <p:txBody>
          <a:bodyPr vert="horz" wrap="square" lIns="0" tIns="46355" rIns="0" bIns="0" rtlCol="0">
            <a:spAutoFit/>
          </a:bodyPr>
          <a:lstStyle/>
          <a:p>
            <a:pPr marL="96520">
              <a:lnSpc>
                <a:spcPct val="100000"/>
              </a:lnSpc>
              <a:spcBef>
                <a:spcPts val="365"/>
              </a:spcBef>
            </a:pPr>
            <a:r>
              <a:rPr lang="en-US" sz="1200" spc="-20" dirty="0">
                <a:latin typeface="Microsoft JhengHei" panose="020B0604030504040204" pitchFamily="34" charset="-120"/>
                <a:ea typeface="Microsoft JhengHei" panose="020B0604030504040204" pitchFamily="34" charset="-120"/>
                <a:cs typeface="Noto Sans CJK HK"/>
              </a:rPr>
              <a:t>4/22</a:t>
            </a:r>
            <a:endParaRPr sz="1200" dirty="0">
              <a:latin typeface="Microsoft JhengHei" panose="020B0604030504040204" pitchFamily="34" charset="-120"/>
              <a:ea typeface="Microsoft JhengHei" panose="020B0604030504040204" pitchFamily="34" charset="-120"/>
              <a:cs typeface="Noto Sans CJK HK"/>
            </a:endParaRPr>
          </a:p>
        </p:txBody>
      </p:sp>
      <p:sp>
        <p:nvSpPr>
          <p:cNvPr id="28" name="object 24">
            <a:extLst>
              <a:ext uri="{FF2B5EF4-FFF2-40B4-BE49-F238E27FC236}">
                <a16:creationId xmlns:a16="http://schemas.microsoft.com/office/drawing/2014/main" id="{FC5EBB1B-25B5-331F-782B-2EE36D85163C}"/>
              </a:ext>
            </a:extLst>
          </p:cNvPr>
          <p:cNvSpPr/>
          <p:nvPr/>
        </p:nvSpPr>
        <p:spPr>
          <a:xfrm>
            <a:off x="9497726" y="645440"/>
            <a:ext cx="76200" cy="369914"/>
          </a:xfrm>
          <a:custGeom>
            <a:avLst/>
            <a:gdLst/>
            <a:ahLst/>
            <a:cxnLst/>
            <a:rect l="l" t="t" r="r" b="b"/>
            <a:pathLst>
              <a:path w="76200" h="480059">
                <a:moveTo>
                  <a:pt x="28151" y="76166"/>
                </a:moveTo>
                <a:lnTo>
                  <a:pt x="26797" y="479932"/>
                </a:lnTo>
                <a:lnTo>
                  <a:pt x="46609" y="480059"/>
                </a:lnTo>
                <a:lnTo>
                  <a:pt x="47963" y="76232"/>
                </a:lnTo>
                <a:lnTo>
                  <a:pt x="28151" y="76166"/>
                </a:lnTo>
                <a:close/>
              </a:path>
              <a:path w="76200" h="480059">
                <a:moveTo>
                  <a:pt x="69818" y="63500"/>
                </a:moveTo>
                <a:lnTo>
                  <a:pt x="48005" y="63500"/>
                </a:lnTo>
                <a:lnTo>
                  <a:pt x="47963" y="76232"/>
                </a:lnTo>
                <a:lnTo>
                  <a:pt x="76200" y="76326"/>
                </a:lnTo>
                <a:lnTo>
                  <a:pt x="69818" y="63500"/>
                </a:lnTo>
                <a:close/>
              </a:path>
              <a:path w="76200" h="480059">
                <a:moveTo>
                  <a:pt x="48005" y="63500"/>
                </a:moveTo>
                <a:lnTo>
                  <a:pt x="28194" y="63500"/>
                </a:lnTo>
                <a:lnTo>
                  <a:pt x="28151" y="76166"/>
                </a:lnTo>
                <a:lnTo>
                  <a:pt x="47963" y="76232"/>
                </a:lnTo>
                <a:lnTo>
                  <a:pt x="48005" y="63500"/>
                </a:lnTo>
                <a:close/>
              </a:path>
              <a:path w="76200" h="480059">
                <a:moveTo>
                  <a:pt x="38226" y="0"/>
                </a:moveTo>
                <a:lnTo>
                  <a:pt x="0" y="76072"/>
                </a:lnTo>
                <a:lnTo>
                  <a:pt x="28151" y="76166"/>
                </a:lnTo>
                <a:lnTo>
                  <a:pt x="28194" y="63500"/>
                </a:lnTo>
                <a:lnTo>
                  <a:pt x="69818" y="63500"/>
                </a:lnTo>
                <a:lnTo>
                  <a:pt x="38226" y="0"/>
                </a:lnTo>
                <a:close/>
              </a:path>
            </a:pathLst>
          </a:custGeom>
          <a:solidFill>
            <a:schemeClr val="accent4"/>
          </a:solidFill>
        </p:spPr>
        <p:txBody>
          <a:bodyPr wrap="square" lIns="0" tIns="0" rIns="0" bIns="0" rtlCol="0"/>
          <a:lstStyle/>
          <a:p>
            <a:endParaRPr sz="1200">
              <a:latin typeface="Microsoft JhengHei" panose="020B0604030504040204" pitchFamily="34" charset="-120"/>
              <a:ea typeface="Microsoft JhengHei" panose="020B0604030504040204" pitchFamily="34" charset="-120"/>
            </a:endParaRPr>
          </a:p>
        </p:txBody>
      </p:sp>
      <p:sp>
        <p:nvSpPr>
          <p:cNvPr id="30" name="橢圓 49">
            <a:extLst>
              <a:ext uri="{FF2B5EF4-FFF2-40B4-BE49-F238E27FC236}">
                <a16:creationId xmlns:a16="http://schemas.microsoft.com/office/drawing/2014/main" id="{646228AF-BF4B-FA50-C695-FB1343FCAFA5}"/>
              </a:ext>
            </a:extLst>
          </p:cNvPr>
          <p:cNvSpPr/>
          <p:nvPr/>
        </p:nvSpPr>
        <p:spPr>
          <a:xfrm>
            <a:off x="3766544" y="837752"/>
            <a:ext cx="213304" cy="18211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a:solidFill>
                <a:schemeClr val="bg1"/>
              </a:solidFill>
              <a:latin typeface="Microsoft JhengHei" panose="020B0604030504040204" pitchFamily="34" charset="-120"/>
              <a:ea typeface="Microsoft JhengHei" panose="020B0604030504040204" pitchFamily="34" charset="-120"/>
            </a:endParaRPr>
          </a:p>
        </p:txBody>
      </p:sp>
      <p:sp>
        <p:nvSpPr>
          <p:cNvPr id="31" name="橢圓 58">
            <a:extLst>
              <a:ext uri="{FF2B5EF4-FFF2-40B4-BE49-F238E27FC236}">
                <a16:creationId xmlns:a16="http://schemas.microsoft.com/office/drawing/2014/main" id="{7A636211-2C3C-99E0-CC04-EE6C6FBBFFC3}"/>
              </a:ext>
            </a:extLst>
          </p:cNvPr>
          <p:cNvSpPr/>
          <p:nvPr/>
        </p:nvSpPr>
        <p:spPr>
          <a:xfrm>
            <a:off x="1511676" y="859199"/>
            <a:ext cx="213304" cy="18211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a:solidFill>
                <a:schemeClr val="bg1"/>
              </a:solidFill>
              <a:latin typeface="Microsoft JhengHei" panose="020B0604030504040204" pitchFamily="34" charset="-120"/>
              <a:ea typeface="Microsoft JhengHei" panose="020B0604030504040204" pitchFamily="34" charset="-120"/>
            </a:endParaRPr>
          </a:p>
        </p:txBody>
      </p:sp>
      <p:sp>
        <p:nvSpPr>
          <p:cNvPr id="32" name="橢圓 91">
            <a:extLst>
              <a:ext uri="{FF2B5EF4-FFF2-40B4-BE49-F238E27FC236}">
                <a16:creationId xmlns:a16="http://schemas.microsoft.com/office/drawing/2014/main" id="{97A967FC-C096-E4EF-1A18-867F92A9126F}"/>
              </a:ext>
            </a:extLst>
          </p:cNvPr>
          <p:cNvSpPr/>
          <p:nvPr/>
        </p:nvSpPr>
        <p:spPr>
          <a:xfrm>
            <a:off x="9425431" y="848369"/>
            <a:ext cx="174892" cy="178415"/>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a:solidFill>
                <a:schemeClr val="bg1"/>
              </a:solidFill>
              <a:latin typeface="Microsoft JhengHei" panose="020B0604030504040204" pitchFamily="34" charset="-120"/>
              <a:ea typeface="Microsoft JhengHei" panose="020B0604030504040204" pitchFamily="34" charset="-120"/>
            </a:endParaRPr>
          </a:p>
        </p:txBody>
      </p:sp>
      <p:sp>
        <p:nvSpPr>
          <p:cNvPr id="33" name="object 8">
            <a:extLst>
              <a:ext uri="{FF2B5EF4-FFF2-40B4-BE49-F238E27FC236}">
                <a16:creationId xmlns:a16="http://schemas.microsoft.com/office/drawing/2014/main" id="{D81216F5-D842-65AA-FD6F-0B885068985C}"/>
              </a:ext>
            </a:extLst>
          </p:cNvPr>
          <p:cNvSpPr txBox="1"/>
          <p:nvPr/>
        </p:nvSpPr>
        <p:spPr>
          <a:xfrm>
            <a:off x="10706469" y="438858"/>
            <a:ext cx="1165703" cy="201337"/>
          </a:xfrm>
          <a:prstGeom prst="rect">
            <a:avLst/>
          </a:prstGeom>
        </p:spPr>
        <p:txBody>
          <a:bodyPr vert="horz" wrap="square" lIns="0" tIns="16510" rIns="0" bIns="0" rtlCol="0">
            <a:spAutoFit/>
          </a:bodyPr>
          <a:lstStyle/>
          <a:p>
            <a:pPr marL="12700">
              <a:lnSpc>
                <a:spcPct val="100000"/>
              </a:lnSpc>
              <a:spcBef>
                <a:spcPts val="130"/>
              </a:spcBef>
            </a:pPr>
            <a:r>
              <a:rPr lang="en-US" altLang="ja-JP" sz="1200">
                <a:latin typeface="Microsoft JhengHei" panose="020B0604030504040204" pitchFamily="34" charset="-120"/>
                <a:ea typeface="Microsoft JhengHei" panose="020B0604030504040204" pitchFamily="34" charset="-120"/>
                <a:cs typeface="Noto Sans CJK HK"/>
              </a:rPr>
              <a:t>End</a:t>
            </a:r>
            <a:endParaRPr lang="ja-JP" altLang="en-US" sz="1200">
              <a:latin typeface="Microsoft JhengHei" panose="020B0604030504040204" pitchFamily="34" charset="-120"/>
              <a:ea typeface="Microsoft JhengHei" panose="020B0604030504040204" pitchFamily="34" charset="-120"/>
              <a:cs typeface="Noto Sans CJK HK"/>
            </a:endParaRPr>
          </a:p>
        </p:txBody>
      </p:sp>
      <p:sp>
        <p:nvSpPr>
          <p:cNvPr id="34" name="object 11">
            <a:extLst>
              <a:ext uri="{FF2B5EF4-FFF2-40B4-BE49-F238E27FC236}">
                <a16:creationId xmlns:a16="http://schemas.microsoft.com/office/drawing/2014/main" id="{EE45ACD9-6A0A-1DEF-8F49-7FCF0E189647}"/>
              </a:ext>
            </a:extLst>
          </p:cNvPr>
          <p:cNvSpPr txBox="1"/>
          <p:nvPr/>
        </p:nvSpPr>
        <p:spPr>
          <a:xfrm>
            <a:off x="1353178" y="427379"/>
            <a:ext cx="1130210" cy="386003"/>
          </a:xfrm>
          <a:prstGeom prst="rect">
            <a:avLst/>
          </a:prstGeom>
        </p:spPr>
        <p:txBody>
          <a:bodyPr vert="horz" wrap="square" lIns="0" tIns="16510" rIns="0" bIns="0" rtlCol="0">
            <a:spAutoFit/>
          </a:bodyPr>
          <a:lstStyle/>
          <a:p>
            <a:pPr marL="12700">
              <a:lnSpc>
                <a:spcPct val="100000"/>
              </a:lnSpc>
              <a:spcBef>
                <a:spcPts val="130"/>
              </a:spcBef>
              <a:tabLst>
                <a:tab pos="1256665" algn="l"/>
              </a:tabLst>
            </a:pPr>
            <a:r>
              <a:rPr lang="en-US" sz="1200" dirty="0">
                <a:latin typeface="Microsoft JhengHei" panose="020B0604030504040204" pitchFamily="34" charset="-120"/>
                <a:ea typeface="Microsoft JhengHei" panose="020B0604030504040204" pitchFamily="34" charset="-120"/>
                <a:cs typeface="Noto Sans CJK HK"/>
              </a:rPr>
              <a:t>Kick off 	</a:t>
            </a:r>
            <a:endParaRPr lang="en-US" sz="1200" baseline="4273" dirty="0">
              <a:latin typeface="Microsoft JhengHei" panose="020B0604030504040204" pitchFamily="34" charset="-120"/>
              <a:ea typeface="Microsoft JhengHei" panose="020B0604030504040204" pitchFamily="34" charset="-120"/>
              <a:cs typeface="Noto Sans CJK HK"/>
            </a:endParaRPr>
          </a:p>
        </p:txBody>
      </p:sp>
      <p:sp>
        <p:nvSpPr>
          <p:cNvPr id="36" name="object 27">
            <a:extLst>
              <a:ext uri="{FF2B5EF4-FFF2-40B4-BE49-F238E27FC236}">
                <a16:creationId xmlns:a16="http://schemas.microsoft.com/office/drawing/2014/main" id="{ED6EBD64-DEEB-F5CD-76B5-4D14461D029A}"/>
              </a:ext>
            </a:extLst>
          </p:cNvPr>
          <p:cNvSpPr txBox="1"/>
          <p:nvPr/>
        </p:nvSpPr>
        <p:spPr>
          <a:xfrm>
            <a:off x="6866785" y="456660"/>
            <a:ext cx="1601464" cy="197490"/>
          </a:xfrm>
          <a:prstGeom prst="rect">
            <a:avLst/>
          </a:prstGeom>
        </p:spPr>
        <p:txBody>
          <a:bodyPr vert="horz" wrap="square" lIns="0" tIns="12700" rIns="0" bIns="0" rtlCol="0">
            <a:spAutoFit/>
          </a:bodyPr>
          <a:lstStyle/>
          <a:p>
            <a:pPr marL="12700" algn="ctr">
              <a:lnSpc>
                <a:spcPct val="100000"/>
              </a:lnSpc>
              <a:spcBef>
                <a:spcPts val="100"/>
              </a:spcBef>
            </a:pPr>
            <a:r>
              <a:rPr lang="en-US" sz="1200">
                <a:latin typeface="Microsoft JhengHei" panose="020B0604030504040204" pitchFamily="34" charset="-120"/>
                <a:ea typeface="Microsoft JhengHei" panose="020B0604030504040204" pitchFamily="34" charset="-120"/>
                <a:cs typeface="Noto Sans CJK HK"/>
              </a:rPr>
              <a:t>System Development</a:t>
            </a:r>
            <a:endParaRPr sz="1200">
              <a:latin typeface="Microsoft JhengHei" panose="020B0604030504040204" pitchFamily="34" charset="-120"/>
              <a:ea typeface="Microsoft JhengHei" panose="020B0604030504040204" pitchFamily="34" charset="-120"/>
              <a:cs typeface="Noto Sans CJK HK"/>
            </a:endParaRPr>
          </a:p>
        </p:txBody>
      </p:sp>
      <p:sp>
        <p:nvSpPr>
          <p:cNvPr id="37" name="object 44">
            <a:extLst>
              <a:ext uri="{FF2B5EF4-FFF2-40B4-BE49-F238E27FC236}">
                <a16:creationId xmlns:a16="http://schemas.microsoft.com/office/drawing/2014/main" id="{51E2070F-EE0E-3F7B-990A-1076B1078251}"/>
              </a:ext>
            </a:extLst>
          </p:cNvPr>
          <p:cNvSpPr txBox="1"/>
          <p:nvPr/>
        </p:nvSpPr>
        <p:spPr>
          <a:xfrm>
            <a:off x="5333818" y="451156"/>
            <a:ext cx="1226753" cy="197490"/>
          </a:xfrm>
          <a:prstGeom prst="rect">
            <a:avLst/>
          </a:prstGeom>
        </p:spPr>
        <p:txBody>
          <a:bodyPr vert="horz" wrap="square" lIns="0" tIns="12700" rIns="0" bIns="0" rtlCol="0">
            <a:spAutoFit/>
          </a:bodyPr>
          <a:lstStyle/>
          <a:p>
            <a:pPr marL="12700" algn="ctr">
              <a:lnSpc>
                <a:spcPct val="100000"/>
              </a:lnSpc>
              <a:spcBef>
                <a:spcPts val="100"/>
              </a:spcBef>
            </a:pPr>
            <a:r>
              <a:rPr lang="en-US" sz="1200" dirty="0">
                <a:latin typeface="Microsoft JhengHei" panose="020B0604030504040204" pitchFamily="34" charset="-120"/>
                <a:ea typeface="Microsoft JhengHei" panose="020B0604030504040204" pitchFamily="34" charset="-120"/>
                <a:cs typeface="Noto Sans CJK HK"/>
              </a:rPr>
              <a:t>Hardware setup</a:t>
            </a:r>
            <a:endParaRPr sz="1200" dirty="0">
              <a:latin typeface="Microsoft JhengHei" panose="020B0604030504040204" pitchFamily="34" charset="-120"/>
              <a:ea typeface="Microsoft JhengHei" panose="020B0604030504040204" pitchFamily="34" charset="-120"/>
              <a:cs typeface="Noto Sans CJK HK"/>
            </a:endParaRPr>
          </a:p>
        </p:txBody>
      </p:sp>
      <p:sp>
        <p:nvSpPr>
          <p:cNvPr id="38" name="object 8">
            <a:extLst>
              <a:ext uri="{FF2B5EF4-FFF2-40B4-BE49-F238E27FC236}">
                <a16:creationId xmlns:a16="http://schemas.microsoft.com/office/drawing/2014/main" id="{F841310D-91E7-1951-78BA-27C0DE1A3792}"/>
              </a:ext>
            </a:extLst>
          </p:cNvPr>
          <p:cNvSpPr txBox="1"/>
          <p:nvPr/>
        </p:nvSpPr>
        <p:spPr>
          <a:xfrm>
            <a:off x="8831999" y="435440"/>
            <a:ext cx="1326636" cy="201337"/>
          </a:xfrm>
          <a:prstGeom prst="rect">
            <a:avLst/>
          </a:prstGeom>
        </p:spPr>
        <p:txBody>
          <a:bodyPr vert="horz" wrap="square" lIns="0" tIns="16510" rIns="0" bIns="0" rtlCol="0">
            <a:spAutoFit/>
          </a:bodyPr>
          <a:lstStyle/>
          <a:p>
            <a:pPr algn="ctr"/>
            <a:r>
              <a:rPr lang="en-US" altLang="zh-TW" sz="1200">
                <a:latin typeface="Microsoft JhengHei" panose="020B0604030504040204" pitchFamily="34" charset="-120"/>
                <a:ea typeface="Microsoft JhengHei" panose="020B0604030504040204" pitchFamily="34" charset="-120"/>
                <a:cs typeface="Noto Sans CJK HK"/>
              </a:rPr>
              <a:t>Trail Run</a:t>
            </a:r>
          </a:p>
        </p:txBody>
      </p:sp>
      <p:sp>
        <p:nvSpPr>
          <p:cNvPr id="39" name="矩形 1">
            <a:extLst>
              <a:ext uri="{FF2B5EF4-FFF2-40B4-BE49-F238E27FC236}">
                <a16:creationId xmlns:a16="http://schemas.microsoft.com/office/drawing/2014/main" id="{3500AA1F-EBB5-6981-49B3-C43875196D9E}"/>
              </a:ext>
            </a:extLst>
          </p:cNvPr>
          <p:cNvSpPr/>
          <p:nvPr/>
        </p:nvSpPr>
        <p:spPr>
          <a:xfrm>
            <a:off x="3002341" y="374783"/>
            <a:ext cx="1609122" cy="386003"/>
          </a:xfrm>
          <a:prstGeom prst="rect">
            <a:avLst/>
          </a:prstGeom>
        </p:spPr>
        <p:txBody>
          <a:bodyPr vert="horz" wrap="square" lIns="0" tIns="16510" rIns="0" bIns="0" rtlCol="0">
            <a:spAutoFit/>
          </a:bodyPr>
          <a:lstStyle/>
          <a:p>
            <a:pPr marL="12700">
              <a:spcBef>
                <a:spcPts val="130"/>
              </a:spcBef>
              <a:tabLst>
                <a:tab pos="1256665" algn="l"/>
              </a:tabLst>
            </a:pPr>
            <a:r>
              <a:rPr lang="en-US" altLang="zh-TW" sz="1200" dirty="0">
                <a:latin typeface="Microsoft JhengHei" panose="020B0604030504040204" pitchFamily="34" charset="-120"/>
                <a:ea typeface="Microsoft JhengHei" panose="020B0604030504040204" pitchFamily="34" charset="-120"/>
                <a:cs typeface="Noto Sans CJK HK"/>
              </a:rPr>
              <a:t>Requirement Analysis &amp; Planning</a:t>
            </a:r>
          </a:p>
        </p:txBody>
      </p:sp>
      <p:sp>
        <p:nvSpPr>
          <p:cNvPr id="40" name="矩形 86">
            <a:extLst>
              <a:ext uri="{FF2B5EF4-FFF2-40B4-BE49-F238E27FC236}">
                <a16:creationId xmlns:a16="http://schemas.microsoft.com/office/drawing/2014/main" id="{6EB140B8-7D30-4584-042B-1410F3871B29}"/>
              </a:ext>
            </a:extLst>
          </p:cNvPr>
          <p:cNvSpPr/>
          <p:nvPr/>
        </p:nvSpPr>
        <p:spPr>
          <a:xfrm>
            <a:off x="-50900" y="-10509"/>
            <a:ext cx="5984896" cy="461665"/>
          </a:xfrm>
          <a:prstGeom prst="rect">
            <a:avLst/>
          </a:prstGeom>
          <a:noFill/>
        </p:spPr>
        <p:txBody>
          <a:bodyPr wrap="square">
            <a:spAutoFit/>
          </a:bodyPr>
          <a:lstStyle/>
          <a:p>
            <a:pPr defTabSz="913765">
              <a:defRPr/>
            </a:pPr>
            <a:r>
              <a:rPr lang="en-US" altLang="zh-CN" sz="2400" dirty="0">
                <a:latin typeface="Microsoft JhengHei" panose="020B0604030504040204" pitchFamily="34" charset="-120"/>
                <a:ea typeface="Microsoft JhengHei" panose="020B0604030504040204" pitchFamily="34" charset="-120"/>
                <a:cs typeface="+mj-cs"/>
                <a:sym typeface="Wingdings" panose="05000000000000000000" pitchFamily="2" charset="2"/>
              </a:rPr>
              <a:t>2.</a:t>
            </a:r>
            <a:r>
              <a:rPr lang="zh-TW" altLang="en-US" sz="2400" dirty="0">
                <a:latin typeface="Microsoft JhengHei" panose="020B0604030504040204" pitchFamily="34" charset="-120"/>
                <a:ea typeface="Microsoft JhengHei" panose="020B0604030504040204" pitchFamily="34" charset="-120"/>
                <a:cs typeface="+mj-cs"/>
              </a:rPr>
              <a:t> </a:t>
            </a:r>
            <a:r>
              <a:rPr lang="en-US" sz="2400" dirty="0"/>
              <a:t>Smart X-Ray Inspection System</a:t>
            </a:r>
            <a:r>
              <a:rPr lang="zh-CN" altLang="en-US" sz="2400" dirty="0">
                <a:latin typeface="Microsoft JhengHei" panose="020B0604030504040204" pitchFamily="34" charset="-120"/>
                <a:ea typeface="Microsoft JhengHei" panose="020B0604030504040204" pitchFamily="34" charset="-120"/>
                <a:cs typeface="Calibri" panose="020F0502020204030204" pitchFamily="34" charset="0"/>
                <a:sym typeface="+mn-ea"/>
              </a:rPr>
              <a:t>-</a:t>
            </a:r>
            <a:r>
              <a:rPr lang="en-US" altLang="zh-CN" sz="2400" dirty="0">
                <a:solidFill>
                  <a:srgbClr val="0000FF"/>
                </a:solidFill>
                <a:latin typeface="Microsoft JhengHei" panose="020B0604030504040204" pitchFamily="34" charset="-120"/>
                <a:ea typeface="Microsoft JhengHei" panose="020B0604030504040204" pitchFamily="34" charset="-120"/>
                <a:cs typeface="Calibri" panose="020F0502020204030204" pitchFamily="34" charset="0"/>
                <a:sym typeface="+mn-ea"/>
              </a:rPr>
              <a:t>Milestone</a:t>
            </a:r>
            <a:endParaRPr lang="en-US" altLang="zh-CN" sz="2400" dirty="0">
              <a:solidFill>
                <a:srgbClr val="0000FF"/>
              </a:solidFill>
              <a:latin typeface="Microsoft JhengHei" panose="020B0604030504040204" pitchFamily="34" charset="-120"/>
              <a:ea typeface="Microsoft JhengHei" panose="020B0604030504040204" pitchFamily="34" charset="-120"/>
              <a:cs typeface="Arial" panose="020B0604020202020204" pitchFamily="34" charset="0"/>
            </a:endParaRPr>
          </a:p>
        </p:txBody>
      </p:sp>
      <p:graphicFrame>
        <p:nvGraphicFramePr>
          <p:cNvPr id="2" name="object 3">
            <a:extLst>
              <a:ext uri="{FF2B5EF4-FFF2-40B4-BE49-F238E27FC236}">
                <a16:creationId xmlns:a16="http://schemas.microsoft.com/office/drawing/2014/main" id="{EDE2FE97-0C8F-0DE9-D297-47DC25FA90D8}"/>
              </a:ext>
            </a:extLst>
          </p:cNvPr>
          <p:cNvGraphicFramePr>
            <a:graphicFrameLocks noGrp="1"/>
          </p:cNvGraphicFramePr>
          <p:nvPr>
            <p:extLst>
              <p:ext uri="{D42A27DB-BD31-4B8C-83A1-F6EECF244321}">
                <p14:modId xmlns:p14="http://schemas.microsoft.com/office/powerpoint/2010/main" val="2778588196"/>
              </p:ext>
            </p:extLst>
          </p:nvPr>
        </p:nvGraphicFramePr>
        <p:xfrm>
          <a:off x="0" y="1286772"/>
          <a:ext cx="12192001" cy="5259979"/>
        </p:xfrm>
        <a:graphic>
          <a:graphicData uri="http://schemas.openxmlformats.org/drawingml/2006/table">
            <a:tbl>
              <a:tblPr firstRow="1" bandRow="1">
                <a:tableStyleId>{2D5ABB26-0587-4C30-8999-92F81FD0307C}</a:tableStyleId>
              </a:tblPr>
              <a:tblGrid>
                <a:gridCol w="429578">
                  <a:extLst>
                    <a:ext uri="{9D8B030D-6E8A-4147-A177-3AD203B41FA5}">
                      <a16:colId xmlns:a16="http://schemas.microsoft.com/office/drawing/2014/main" val="20000"/>
                    </a:ext>
                  </a:extLst>
                </a:gridCol>
                <a:gridCol w="677630">
                  <a:extLst>
                    <a:ext uri="{9D8B030D-6E8A-4147-A177-3AD203B41FA5}">
                      <a16:colId xmlns:a16="http://schemas.microsoft.com/office/drawing/2014/main" val="20001"/>
                    </a:ext>
                  </a:extLst>
                </a:gridCol>
                <a:gridCol w="1080180">
                  <a:extLst>
                    <a:ext uri="{9D8B030D-6E8A-4147-A177-3AD203B41FA5}">
                      <a16:colId xmlns:a16="http://schemas.microsoft.com/office/drawing/2014/main" val="10548757"/>
                    </a:ext>
                  </a:extLst>
                </a:gridCol>
                <a:gridCol w="7091083">
                  <a:extLst>
                    <a:ext uri="{9D8B030D-6E8A-4147-A177-3AD203B41FA5}">
                      <a16:colId xmlns:a16="http://schemas.microsoft.com/office/drawing/2014/main" val="20002"/>
                    </a:ext>
                  </a:extLst>
                </a:gridCol>
                <a:gridCol w="706778">
                  <a:extLst>
                    <a:ext uri="{9D8B030D-6E8A-4147-A177-3AD203B41FA5}">
                      <a16:colId xmlns:a16="http://schemas.microsoft.com/office/drawing/2014/main" val="20003"/>
                    </a:ext>
                  </a:extLst>
                </a:gridCol>
                <a:gridCol w="1059269">
                  <a:extLst>
                    <a:ext uri="{9D8B030D-6E8A-4147-A177-3AD203B41FA5}">
                      <a16:colId xmlns:a16="http://schemas.microsoft.com/office/drawing/2014/main" val="20004"/>
                    </a:ext>
                  </a:extLst>
                </a:gridCol>
                <a:gridCol w="1147483">
                  <a:extLst>
                    <a:ext uri="{9D8B030D-6E8A-4147-A177-3AD203B41FA5}">
                      <a16:colId xmlns:a16="http://schemas.microsoft.com/office/drawing/2014/main" val="20005"/>
                    </a:ext>
                  </a:extLst>
                </a:gridCol>
              </a:tblGrid>
              <a:tr h="506169">
                <a:tc>
                  <a:txBody>
                    <a:bodyPr/>
                    <a:lstStyle/>
                    <a:p>
                      <a:pPr marL="0" algn="ctr" defTabSz="914400" rtl="0" eaLnBrk="1" fontAlgn="ctr" latinLnBrk="0" hangingPunct="1">
                        <a:lnSpc>
                          <a:spcPct val="100000"/>
                        </a:lnSpc>
                        <a:spcBef>
                          <a:spcPts val="0"/>
                        </a:spcBef>
                      </a:pPr>
                      <a:r>
                        <a:rPr sz="1200" u="none" strike="noStrike" kern="1200" dirty="0">
                          <a:solidFill>
                            <a:schemeClr val="dk1"/>
                          </a:solidFill>
                          <a:effectLst/>
                          <a:latin typeface="+mj-lt"/>
                          <a:ea typeface="Microsoft JhengHei" panose="020B0604030504040204" pitchFamily="34" charset="-120"/>
                          <a:cs typeface="+mn-cs"/>
                        </a:rPr>
                        <a:t>No</a:t>
                      </a:r>
                    </a:p>
                  </a:txBody>
                  <a:tcPr marL="0" marR="0" marT="90170" marB="0" anchor="ctr">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chemeClr val="accent1">
                        <a:lumMod val="40000"/>
                        <a:lumOff val="60000"/>
                      </a:schemeClr>
                    </a:solidFill>
                  </a:tcPr>
                </a:tc>
                <a:tc gridSpan="2">
                  <a:txBody>
                    <a:bodyPr/>
                    <a:lstStyle/>
                    <a:p>
                      <a:pPr marL="0" algn="ctr" defTabSz="914400" rtl="0" eaLnBrk="1" fontAlgn="ctr" latinLnBrk="0" hangingPunct="1">
                        <a:lnSpc>
                          <a:spcPct val="100000"/>
                        </a:lnSpc>
                        <a:spcBef>
                          <a:spcPts val="0"/>
                        </a:spcBef>
                      </a:pPr>
                      <a:r>
                        <a:rPr lang="en-US" sz="1200" dirty="0">
                          <a:latin typeface="+mj-lt"/>
                          <a:ea typeface="Microsoft JhengHei" panose="020B0604030504040204" pitchFamily="34" charset="-120"/>
                        </a:rPr>
                        <a:t>Execution Plan</a:t>
                      </a:r>
                      <a:endParaRPr sz="1200" u="none" strike="noStrike" kern="1200" dirty="0">
                        <a:solidFill>
                          <a:schemeClr val="dk1"/>
                        </a:solidFill>
                        <a:effectLst/>
                        <a:latin typeface="+mj-lt"/>
                        <a:ea typeface="Microsoft JhengHei" panose="020B0604030504040204" pitchFamily="34" charset="-120"/>
                        <a:cs typeface="+mn-cs"/>
                      </a:endParaRPr>
                    </a:p>
                  </a:txBody>
                  <a:tcPr marL="0" marR="0" marT="90170" marB="0" anchor="ctr">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chemeClr val="accent1">
                        <a:lumMod val="40000"/>
                        <a:lumOff val="60000"/>
                      </a:schemeClr>
                    </a:solidFill>
                  </a:tcPr>
                </a:tc>
                <a:tc hMerge="1">
                  <a:txBody>
                    <a:bodyPr/>
                    <a:lstStyle/>
                    <a:p>
                      <a:endParaRPr 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dirty="0">
                          <a:latin typeface="+mj-lt"/>
                          <a:ea typeface="Microsoft JhengHei" panose="020B0604030504040204" pitchFamily="34" charset="-120"/>
                        </a:rPr>
                        <a:t>Current Status and Issue Summary (Green: Completed; Blue: This Week’s Progress; Black: Planned)</a:t>
                      </a:r>
                      <a:endParaRPr lang="zh-TW" altLang="en-US" sz="1200" b="0" u="none" strike="noStrike" kern="1200" dirty="0">
                        <a:solidFill>
                          <a:schemeClr val="dk1"/>
                        </a:solidFill>
                        <a:effectLst/>
                        <a:latin typeface="+mj-lt"/>
                        <a:ea typeface="Microsoft JhengHei" panose="020B0604030504040204" pitchFamily="34" charset="-120"/>
                        <a:cs typeface="+mn-cs"/>
                      </a:endParaRPr>
                    </a:p>
                  </a:txBody>
                  <a:tcPr marL="0" marR="0" marT="90170" marB="0" anchor="ctr">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chemeClr val="accent1">
                        <a:lumMod val="40000"/>
                        <a:lumOff val="60000"/>
                      </a:schemeClr>
                    </a:solidFill>
                  </a:tcPr>
                </a:tc>
                <a:tc>
                  <a:txBody>
                    <a:bodyPr/>
                    <a:lstStyle/>
                    <a:p>
                      <a:pPr marL="0" algn="ctr" defTabSz="914400" rtl="0" eaLnBrk="1" fontAlgn="ctr" latinLnBrk="0" hangingPunct="1">
                        <a:lnSpc>
                          <a:spcPct val="100000"/>
                        </a:lnSpc>
                        <a:spcBef>
                          <a:spcPts val="0"/>
                        </a:spcBef>
                      </a:pPr>
                      <a:r>
                        <a:rPr sz="1200" u="none" strike="noStrike" kern="1200" dirty="0">
                          <a:solidFill>
                            <a:schemeClr val="dk1"/>
                          </a:solidFill>
                          <a:effectLst/>
                          <a:latin typeface="+mj-lt"/>
                          <a:ea typeface="Microsoft JhengHei" panose="020B0604030504040204" pitchFamily="34" charset="-120"/>
                          <a:cs typeface="+mn-cs"/>
                        </a:rPr>
                        <a:t>Owner</a:t>
                      </a:r>
                    </a:p>
                  </a:txBody>
                  <a:tcPr marL="0" marR="0" marT="90170" marB="0" anchor="ctr">
                    <a:lnL w="12700" cap="flat" cmpd="sng" algn="ctr">
                      <a:solidFill>
                        <a:srgbClr val="4F81BC"/>
                      </a:solidFill>
                      <a:prstDash val="solid"/>
                      <a:round/>
                      <a:headEnd type="none" w="med" len="med"/>
                      <a:tailEnd type="none" w="med" len="med"/>
                    </a:lnL>
                    <a:lnR w="12700">
                      <a:solidFill>
                        <a:srgbClr val="4F81BC"/>
                      </a:solidFill>
                      <a:prstDash val="solid"/>
                    </a:lnR>
                    <a:lnT w="12700">
                      <a:solidFill>
                        <a:srgbClr val="4F81BC"/>
                      </a:solidFill>
                      <a:prstDash val="solid"/>
                    </a:lnT>
                    <a:lnB w="12700" cap="flat" cmpd="sng" algn="ctr">
                      <a:solidFill>
                        <a:srgbClr val="4F81BC"/>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fontAlgn="ctr" latinLnBrk="0" hangingPunct="1">
                        <a:lnSpc>
                          <a:spcPct val="100000"/>
                        </a:lnSpc>
                        <a:spcBef>
                          <a:spcPts val="0"/>
                        </a:spcBef>
                      </a:pPr>
                      <a:r>
                        <a:rPr sz="1200" u="none" strike="noStrike" kern="1200" dirty="0">
                          <a:solidFill>
                            <a:schemeClr val="dk1"/>
                          </a:solidFill>
                          <a:effectLst/>
                          <a:latin typeface="+mj-lt"/>
                          <a:ea typeface="Microsoft JhengHei" panose="020B0604030504040204" pitchFamily="34" charset="-120"/>
                          <a:cs typeface="+mn-cs"/>
                        </a:rPr>
                        <a:t>Due Date</a:t>
                      </a:r>
                    </a:p>
                  </a:txBody>
                  <a:tcPr marL="0" marR="0" marT="90170" marB="0" anchor="ctr">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chemeClr val="accent1">
                        <a:lumMod val="40000"/>
                        <a:lumOff val="60000"/>
                      </a:schemeClr>
                    </a:solidFill>
                  </a:tcPr>
                </a:tc>
                <a:tc>
                  <a:txBody>
                    <a:bodyPr/>
                    <a:lstStyle/>
                    <a:p>
                      <a:pPr marL="0" algn="ctr" defTabSz="914400" rtl="0" eaLnBrk="1" fontAlgn="ctr" latinLnBrk="0" hangingPunct="1">
                        <a:lnSpc>
                          <a:spcPct val="100000"/>
                        </a:lnSpc>
                        <a:spcBef>
                          <a:spcPts val="0"/>
                        </a:spcBef>
                      </a:pPr>
                      <a:r>
                        <a:rPr sz="1200" u="none" strike="noStrike" kern="1200" dirty="0">
                          <a:solidFill>
                            <a:schemeClr val="dk1"/>
                          </a:solidFill>
                          <a:effectLst/>
                          <a:latin typeface="+mj-lt"/>
                          <a:ea typeface="Microsoft JhengHei" panose="020B0604030504040204" pitchFamily="34" charset="-120"/>
                          <a:cs typeface="+mn-cs"/>
                        </a:rPr>
                        <a:t>Status</a:t>
                      </a:r>
                    </a:p>
                  </a:txBody>
                  <a:tcPr marL="0" marR="0" marT="90170" marB="0" anchor="ctr">
                    <a:lnL w="12700">
                      <a:solidFill>
                        <a:srgbClr val="4F81BC"/>
                      </a:solidFill>
                      <a:prstDash val="solid"/>
                    </a:lnL>
                    <a:lnR w="12700">
                      <a:solidFill>
                        <a:srgbClr val="4F81BC"/>
                      </a:solidFill>
                      <a:prstDash val="solid"/>
                    </a:lnR>
                    <a:lnT w="12700">
                      <a:solidFill>
                        <a:srgbClr val="4F81BC"/>
                      </a:solidFill>
                      <a:prstDash val="solid"/>
                    </a:lnT>
                    <a:lnB w="12700" cap="flat" cmpd="sng" algn="ctr">
                      <a:solidFill>
                        <a:srgbClr val="4F81BC"/>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r h="252984">
                <a:tc>
                  <a:txBody>
                    <a:bodyPr/>
                    <a:lstStyle/>
                    <a:p>
                      <a:pPr algn="ctr">
                        <a:lnSpc>
                          <a:spcPct val="100000"/>
                        </a:lnSpc>
                        <a:spcBef>
                          <a:spcPts val="950"/>
                        </a:spcBef>
                      </a:pPr>
                      <a:r>
                        <a:rPr sz="1200" spc="-50" dirty="0">
                          <a:solidFill>
                            <a:schemeClr val="tx1"/>
                          </a:solidFill>
                          <a:latin typeface="+mj-lt"/>
                          <a:ea typeface="Microsoft JhengHei" panose="020B0604030504040204" pitchFamily="34" charset="-120"/>
                          <a:cs typeface="Noto Sans CJK HK"/>
                        </a:rPr>
                        <a:t>1</a:t>
                      </a:r>
                      <a:endParaRPr sz="1200" dirty="0">
                        <a:solidFill>
                          <a:schemeClr val="tx1"/>
                        </a:solidFill>
                        <a:latin typeface="+mj-lt"/>
                        <a:ea typeface="Microsoft JhengHei" panose="020B0604030504040204" pitchFamily="34" charset="-120"/>
                        <a:cs typeface="Noto Sans CJK HK"/>
                      </a:endParaRPr>
                    </a:p>
                  </a:txBody>
                  <a:tcPr marL="0" marR="0" marT="120650" marB="0" anchor="ctr">
                    <a:lnL w="12700">
                      <a:solidFill>
                        <a:srgbClr val="4F81BC"/>
                      </a:solidFill>
                      <a:prstDash val="solid"/>
                    </a:lnL>
                    <a:lnR w="12700">
                      <a:solidFill>
                        <a:srgbClr val="4F81BC"/>
                      </a:solidFill>
                      <a:prstDash val="solid"/>
                    </a:lnR>
                    <a:lnT w="12700">
                      <a:solidFill>
                        <a:srgbClr val="4F81BC"/>
                      </a:solidFill>
                      <a:prstDash val="solid"/>
                    </a:lnT>
                    <a:lnB w="12700" cap="flat" cmpd="sng" algn="ctr">
                      <a:solidFill>
                        <a:srgbClr val="4F81BC"/>
                      </a:solidFill>
                      <a:prstDash val="solid"/>
                      <a:round/>
                      <a:headEnd type="none" w="med" len="med"/>
                      <a:tailEnd type="none" w="med" len="med"/>
                    </a:lnB>
                  </a:tcPr>
                </a:tc>
                <a:tc gridSpan="2">
                  <a:txBody>
                    <a:bodyPr/>
                    <a:lstStyle/>
                    <a:p>
                      <a:pPr algn="ctr">
                        <a:lnSpc>
                          <a:spcPct val="100000"/>
                        </a:lnSpc>
                        <a:spcBef>
                          <a:spcPts val="895"/>
                        </a:spcBef>
                      </a:pPr>
                      <a:r>
                        <a:rPr lang="en-US" sz="1200" dirty="0">
                          <a:latin typeface="+mj-lt"/>
                          <a:ea typeface="Microsoft JhengHei" panose="020B0604030504040204" pitchFamily="34" charset="-120"/>
                          <a:cs typeface="Noto Sans CJK HK"/>
                        </a:rPr>
                        <a:t>Kick off </a:t>
                      </a:r>
                      <a:endParaRPr sz="1200" dirty="0">
                        <a:solidFill>
                          <a:schemeClr val="tx1"/>
                        </a:solidFill>
                        <a:latin typeface="+mj-lt"/>
                        <a:ea typeface="Microsoft JhengHei" panose="020B0604030504040204" pitchFamily="34" charset="-120"/>
                        <a:cs typeface="Noto Sans CJK HK"/>
                      </a:endParaRPr>
                    </a:p>
                  </a:txBody>
                  <a:tcPr marL="0" marR="0" marT="113665" marB="0" anchor="ctr">
                    <a:lnL w="12700">
                      <a:solidFill>
                        <a:srgbClr val="4F81BC"/>
                      </a:solidFill>
                      <a:prstDash val="solid"/>
                    </a:lnL>
                    <a:lnR w="12700">
                      <a:solidFill>
                        <a:srgbClr val="4F81BC"/>
                      </a:solidFill>
                      <a:prstDash val="solid"/>
                    </a:lnR>
                    <a:lnT w="12700">
                      <a:solidFill>
                        <a:srgbClr val="4F81BC"/>
                      </a:solidFill>
                      <a:prstDash val="solid"/>
                    </a:lnT>
                    <a:lnB w="12700" cap="flat" cmpd="sng" algn="ctr">
                      <a:solidFill>
                        <a:srgbClr val="4F81BC"/>
                      </a:solidFill>
                      <a:prstDash val="solid"/>
                      <a:round/>
                      <a:headEnd type="none" w="med" len="med"/>
                      <a:tailEnd type="none" w="med" len="med"/>
                    </a:lnB>
                  </a:tcPr>
                </a:tc>
                <a:tc hMerge="1">
                  <a:txBody>
                    <a:bodyPr/>
                    <a:lstStyle/>
                    <a:p>
                      <a:endParaRPr lang="en-US"/>
                    </a:p>
                  </a:txBody>
                  <a:tcPr/>
                </a:tc>
                <a:tc>
                  <a:txBody>
                    <a:bodyPr/>
                    <a:lstStyle/>
                    <a:p>
                      <a:pPr marL="0" marR="257810" algn="l">
                        <a:lnSpc>
                          <a:spcPct val="100000"/>
                        </a:lnSpc>
                      </a:pPr>
                      <a:endParaRPr lang="en-US" altLang="zh-CN" sz="1200" dirty="0">
                        <a:solidFill>
                          <a:schemeClr val="tx1"/>
                        </a:solidFill>
                        <a:latin typeface="+mj-lt"/>
                        <a:ea typeface="Microsoft JhengHei" panose="020B0604030504040204" pitchFamily="34" charset="-120"/>
                        <a:cs typeface="Noto Sans CJK HK"/>
                      </a:endParaRPr>
                    </a:p>
                  </a:txBody>
                  <a:tcPr marL="0" marR="0" marT="0" marB="0" anchor="ctr">
                    <a:lnL w="12700">
                      <a:solidFill>
                        <a:srgbClr val="4F81BC"/>
                      </a:solidFill>
                      <a:prstDash val="solid"/>
                    </a:lnL>
                    <a:lnR w="12700">
                      <a:solidFill>
                        <a:srgbClr val="4F81BC"/>
                      </a:solidFill>
                      <a:prstDash val="solid"/>
                    </a:lnR>
                    <a:lnT w="12700">
                      <a:solidFill>
                        <a:srgbClr val="4F81BC"/>
                      </a:solidFill>
                      <a:prstDash val="solid"/>
                    </a:lnT>
                    <a:lnB w="12700" cap="flat" cmpd="sng" algn="ctr">
                      <a:solidFill>
                        <a:srgbClr val="4F81BC"/>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895"/>
                        </a:spcBef>
                        <a:spcAft>
                          <a:spcPts val="0"/>
                        </a:spcAft>
                        <a:buClrTx/>
                        <a:buSzTx/>
                        <a:buFontTx/>
                        <a:buNone/>
                        <a:tabLst/>
                        <a:defRPr/>
                      </a:pPr>
                      <a:r>
                        <a:rPr lang="zh-CN" altLang="en-US" sz="1200" dirty="0">
                          <a:solidFill>
                            <a:schemeClr val="tx1"/>
                          </a:solidFill>
                          <a:latin typeface="Microsoft JhengHei" panose="020B0604030504040204" pitchFamily="34" charset="-120"/>
                          <a:ea typeface="Microsoft JhengHei" panose="020B0604030504040204" pitchFamily="34" charset="-120"/>
                          <a:cs typeface="Noto Sans CJK HK"/>
                        </a:rPr>
                        <a:t>阮明孝</a:t>
                      </a: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113665" marB="0" anchor="ctr">
                    <a:lnL w="12700" cap="flat" cmpd="sng" algn="ctr">
                      <a:solidFill>
                        <a:srgbClr val="4F81BC"/>
                      </a:solidFill>
                      <a:prstDash val="solid"/>
                      <a:round/>
                      <a:headEnd type="none" w="med" len="med"/>
                      <a:tailEnd type="none" w="med" len="med"/>
                    </a:lnL>
                    <a:lnR w="12700">
                      <a:solidFill>
                        <a:srgbClr val="4F81BC"/>
                      </a:solidFill>
                      <a:prstDash val="soli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a:txBody>
                    <a:bodyPr/>
                    <a:lstStyle/>
                    <a:p>
                      <a:pPr marL="1270" algn="ctr">
                        <a:lnSpc>
                          <a:spcPct val="100000"/>
                        </a:lnSpc>
                        <a:spcBef>
                          <a:spcPts val="950"/>
                        </a:spcBef>
                      </a:pPr>
                      <a:r>
                        <a:rPr lang="en-US" sz="1200" spc="-20" dirty="0">
                          <a:solidFill>
                            <a:schemeClr val="tx1"/>
                          </a:solidFill>
                          <a:latin typeface="Microsoft JhengHei" panose="020B0604030504040204" pitchFamily="34" charset="-120"/>
                          <a:ea typeface="Microsoft JhengHei" panose="020B0604030504040204" pitchFamily="34" charset="-120"/>
                          <a:cs typeface="Noto Sans CJK HK"/>
                        </a:rPr>
                        <a:t>1/30</a:t>
                      </a: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120650" marB="0" anchor="ctr">
                    <a:lnL w="12700">
                      <a:solidFill>
                        <a:srgbClr val="4F81BC"/>
                      </a:solidFill>
                      <a:prstDash val="solid"/>
                    </a:lnL>
                    <a:lnR w="12700" cap="flat" cmpd="sng" algn="ctr">
                      <a:solidFill>
                        <a:srgbClr val="4F81BC"/>
                      </a:solidFill>
                      <a:prstDash val="solid"/>
                      <a:round/>
                      <a:headEnd type="none" w="med" len="med"/>
                      <a:tailEnd type="none" w="med" len="med"/>
                    </a:lnR>
                    <a:lnT w="12700">
                      <a:solidFill>
                        <a:srgbClr val="4F81BC"/>
                      </a:solidFill>
                      <a:prstDash val="solid"/>
                    </a:lnT>
                    <a:lnB w="12700" cap="flat" cmpd="sng" algn="ctr">
                      <a:solidFill>
                        <a:srgbClr val="4F81BC"/>
                      </a:solidFill>
                      <a:prstDash val="solid"/>
                      <a:round/>
                      <a:headEnd type="none" w="med" len="med"/>
                      <a:tailEnd type="none" w="med" len="med"/>
                    </a:lnB>
                  </a:tcPr>
                </a:tc>
                <a:tc>
                  <a:txBody>
                    <a:bodyPr/>
                    <a:lstStyle/>
                    <a:p>
                      <a:pPr marL="2540" marR="0" lvl="0" indent="0" algn="ctr" defTabSz="914400" rtl="0" eaLnBrk="1" fontAlgn="auto" latinLnBrk="0" hangingPunct="1">
                        <a:lnSpc>
                          <a:spcPct val="100000"/>
                        </a:lnSpc>
                        <a:spcBef>
                          <a:spcPts val="0"/>
                        </a:spcBef>
                        <a:spcAft>
                          <a:spcPts val="0"/>
                        </a:spcAft>
                        <a:buClrTx/>
                        <a:buSzTx/>
                        <a:buFontTx/>
                        <a:buNone/>
                        <a:tabLst/>
                        <a:defRPr/>
                      </a:pPr>
                      <a:r>
                        <a:rPr lang="en-US" altLang="zh-TW" sz="1200" spc="-20" dirty="0">
                          <a:solidFill>
                            <a:schemeClr val="tx1"/>
                          </a:solidFill>
                          <a:latin typeface="+mj-lt"/>
                          <a:ea typeface="Microsoft JhengHei" panose="020B0604030504040204" pitchFamily="34" charset="-120"/>
                          <a:cs typeface="Noto Sans CJK HK"/>
                        </a:rPr>
                        <a:t>Close</a:t>
                      </a:r>
                      <a:endParaRPr lang="en-US" altLang="zh-TW" sz="1200" dirty="0">
                        <a:solidFill>
                          <a:schemeClr val="tx1"/>
                        </a:solidFill>
                        <a:latin typeface="+mj-lt"/>
                        <a:ea typeface="Microsoft JhengHei" panose="020B0604030504040204" pitchFamily="34" charset="-120"/>
                        <a:cs typeface="Noto Sans CJK HK"/>
                      </a:endParaRPr>
                    </a:p>
                  </a:txBody>
                  <a:tcPr marL="0" marR="0" marT="73660" marB="0" anchor="ctr">
                    <a:lnL w="12700">
                      <a:solidFill>
                        <a:srgbClr val="4F81BC"/>
                      </a:solidFill>
                      <a:prstDash val="solid"/>
                    </a:lnL>
                    <a:lnR w="12700">
                      <a:solidFill>
                        <a:srgbClr val="4F81BC"/>
                      </a:solidFill>
                      <a:prstDash val="solid"/>
                    </a:lnR>
                    <a:lnT w="12700">
                      <a:solidFill>
                        <a:srgbClr val="4F81BC"/>
                      </a:solidFill>
                      <a:prstDash val="solid"/>
                    </a:lnT>
                    <a:lnB w="12700" cap="flat" cmpd="sng" algn="ctr">
                      <a:solidFill>
                        <a:srgbClr val="4F81BC"/>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16399">
                <a:tc>
                  <a:txBody>
                    <a:bodyPr/>
                    <a:lstStyle/>
                    <a:p>
                      <a:pPr marL="0" algn="ctr" defTabSz="914400" rtl="0" eaLnBrk="1" latinLnBrk="0" hangingPunct="1">
                        <a:lnSpc>
                          <a:spcPct val="100000"/>
                        </a:lnSpc>
                        <a:spcBef>
                          <a:spcPts val="950"/>
                        </a:spcBef>
                      </a:pPr>
                      <a:r>
                        <a:rPr lang="en-US" sz="1200" kern="1200" spc="-50">
                          <a:solidFill>
                            <a:schemeClr val="tx1"/>
                          </a:solidFill>
                          <a:latin typeface="+mj-lt"/>
                          <a:ea typeface="Microsoft JhengHei" panose="020B0604030504040204" pitchFamily="34" charset="-120"/>
                          <a:cs typeface="Noto Sans CJK HK"/>
                        </a:rPr>
                        <a:t>2</a:t>
                      </a:r>
                      <a:endParaRPr sz="1200" kern="1200" spc="-50">
                        <a:solidFill>
                          <a:schemeClr val="tx1"/>
                        </a:solidFill>
                        <a:latin typeface="+mj-lt"/>
                        <a:ea typeface="Microsoft JhengHei" panose="020B0604030504040204" pitchFamily="34" charset="-120"/>
                        <a:cs typeface="Noto Sans CJK HK"/>
                      </a:endParaRPr>
                    </a:p>
                  </a:txBody>
                  <a:tcPr marL="0" marR="0" marT="189230" marB="0" anchor="ctr">
                    <a:lnL w="12700">
                      <a:solidFill>
                        <a:srgbClr val="4F81BC"/>
                      </a:solidFill>
                      <a:prstDash val="solid"/>
                    </a:lnL>
                    <a:lnR w="12700" cap="flat" cmpd="sng" algn="ctr">
                      <a:solidFill>
                        <a:srgbClr val="4F81BC"/>
                      </a:solidFill>
                      <a:prstDash val="solid"/>
                      <a:round/>
                      <a:headEnd type="none" w="med" len="med"/>
                      <a:tailEnd type="none" w="med" len="med"/>
                    </a:lnR>
                    <a:lnT w="12700">
                      <a:solidFill>
                        <a:srgbClr val="4F81BC"/>
                      </a:solidFill>
                      <a:prstDash val="solid"/>
                    </a:lnT>
                    <a:lnB w="12700" cap="flat" cmpd="sng" algn="ctr">
                      <a:solidFill>
                        <a:srgbClr val="4F81BC"/>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100000"/>
                        </a:lnSpc>
                        <a:spcBef>
                          <a:spcPts val="5"/>
                        </a:spcBef>
                        <a:spcAft>
                          <a:spcPts val="0"/>
                        </a:spcAft>
                        <a:buClrTx/>
                        <a:buSzTx/>
                        <a:buFontTx/>
                        <a:buNone/>
                        <a:tabLst/>
                        <a:defRPr/>
                      </a:pPr>
                      <a:r>
                        <a:rPr lang="en-US" sz="1200" dirty="0">
                          <a:latin typeface="+mj-lt"/>
                          <a:ea typeface="Microsoft JhengHei" panose="020B0604030504040204" pitchFamily="34" charset="-120"/>
                        </a:rPr>
                        <a:t>Requirement Analysis &amp; Planning</a:t>
                      </a:r>
                    </a:p>
                  </a:txBody>
                  <a:tcPr marL="0" marR="0" marT="113665"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a:solidFill>
                        <a:srgbClr val="4F81BC"/>
                      </a:solidFill>
                      <a:prstDash val="solid"/>
                    </a:lnT>
                    <a:lnB w="12700" cap="flat" cmpd="sng" algn="ctr">
                      <a:solidFill>
                        <a:srgbClr val="4F81BC"/>
                      </a:solidFill>
                      <a:prstDash val="solid"/>
                      <a:round/>
                      <a:headEnd type="none" w="med" len="med"/>
                      <a:tailEnd type="none" w="med" len="med"/>
                    </a:lnB>
                  </a:tcPr>
                </a:tc>
                <a:tc hMerge="1">
                  <a:txBody>
                    <a:bodyPr/>
                    <a:lstStyle/>
                    <a:p>
                      <a:endParaRPr lang="en-US"/>
                    </a:p>
                  </a:txBody>
                  <a:tcPr/>
                </a:tc>
                <a:tc>
                  <a:txBody>
                    <a:bodyPr/>
                    <a:lstStyle/>
                    <a:p>
                      <a:pPr marL="0" marR="25781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ea typeface="Microsoft JhengHei" panose="020B0604030504040204" pitchFamily="34" charset="-120"/>
                        </a:rPr>
                        <a:t>Based on on-site process review and discussions with OT, the core software functions have been clarified. </a:t>
                      </a:r>
                      <a:r>
                        <a:rPr lang="en-US" altLang="zh-CN" sz="1200" dirty="0">
                          <a:solidFill>
                            <a:schemeClr val="tx1"/>
                          </a:solidFill>
                          <a:latin typeface="+mj-lt"/>
                          <a:ea typeface="Microsoft JhengHei" panose="020B0604030504040204" pitchFamily="34" charset="-120"/>
                          <a:cs typeface="Noto Sans CJK HK"/>
                        </a:rPr>
                        <a:t>Done</a:t>
                      </a:r>
                      <a:endParaRPr lang="en-US" sz="1200" dirty="0">
                        <a:solidFill>
                          <a:schemeClr val="tx1"/>
                        </a:solidFill>
                        <a:latin typeface="+mj-lt"/>
                        <a:ea typeface="Microsoft JhengHei" panose="020B0604030504040204" pitchFamily="34" charset="-120"/>
                        <a:cs typeface="Noto Sans CJK HK"/>
                      </a:endParaRPr>
                    </a:p>
                    <a:p>
                      <a:pPr marL="0" marR="257810" algn="ctr">
                        <a:lnSpc>
                          <a:spcPct val="100000"/>
                        </a:lnSpc>
                      </a:pPr>
                      <a:endParaRPr lang="en-US" altLang="zh-CN" sz="1200" baseline="0" dirty="0">
                        <a:solidFill>
                          <a:schemeClr val="tx1"/>
                        </a:solidFill>
                        <a:latin typeface="+mj-lt"/>
                        <a:ea typeface="Microsoft JhengHei" panose="020B0604030504040204" pitchFamily="34" charset="-120"/>
                        <a:cs typeface="Noto Sans CJK HK"/>
                      </a:endParaRPr>
                    </a:p>
                  </a:txBody>
                  <a:tcPr marL="0" marR="0" marT="0" marB="0" anchor="ctr">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tcPr>
                </a:tc>
                <a:tc>
                  <a:txBody>
                    <a:bodyPr/>
                    <a:lstStyle/>
                    <a:p>
                      <a:pPr algn="ctr">
                        <a:lnSpc>
                          <a:spcPct val="100000"/>
                        </a:lnSpc>
                        <a:spcBef>
                          <a:spcPts val="895"/>
                        </a:spcBef>
                      </a:pPr>
                      <a:r>
                        <a:rPr lang="zh-CN" altLang="en-US" sz="1200" dirty="0">
                          <a:solidFill>
                            <a:schemeClr val="tx1"/>
                          </a:solidFill>
                          <a:latin typeface="Microsoft JhengHei" panose="020B0604030504040204" pitchFamily="34" charset="-120"/>
                          <a:ea typeface="Microsoft JhengHei" panose="020B0604030504040204" pitchFamily="34" charset="-120"/>
                          <a:cs typeface="Noto Sans CJK HK"/>
                        </a:rPr>
                        <a:t>丁忠黃維 </a:t>
                      </a: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113665" marB="0" anchor="ctr">
                    <a:lnL w="12700" cap="flat" cmpd="sng" algn="ctr">
                      <a:solidFill>
                        <a:srgbClr val="4F81BC"/>
                      </a:solidFill>
                      <a:prstDash val="solid"/>
                      <a:round/>
                      <a:headEnd type="none" w="med" len="med"/>
                      <a:tailEnd type="none" w="med" len="med"/>
                    </a:lnL>
                    <a:lnR w="12700">
                      <a:solidFill>
                        <a:srgbClr val="4F81BC"/>
                      </a:solidFill>
                      <a:prstDash val="soli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a:txBody>
                    <a:bodyPr/>
                    <a:lstStyle/>
                    <a:p>
                      <a:pPr marL="1270" algn="ctr">
                        <a:lnSpc>
                          <a:spcPct val="100000"/>
                        </a:lnSpc>
                        <a:spcBef>
                          <a:spcPts val="950"/>
                        </a:spcBef>
                      </a:pPr>
                      <a:r>
                        <a:rPr lang="en-US" sz="1200" spc="-20" dirty="0">
                          <a:solidFill>
                            <a:schemeClr val="tx1"/>
                          </a:solidFill>
                          <a:latin typeface="Microsoft JhengHei" panose="020B0604030504040204" pitchFamily="34" charset="-120"/>
                          <a:ea typeface="Microsoft JhengHei" panose="020B0604030504040204" pitchFamily="34" charset="-120"/>
                          <a:cs typeface="Noto Sans CJK HK"/>
                        </a:rPr>
                        <a:t>2/15</a:t>
                      </a: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120650" marB="0" anchor="ctr">
                    <a:lnL w="12700">
                      <a:solidFill>
                        <a:srgbClr val="4F81BC"/>
                      </a:solidFill>
                      <a:prstDash val="solid"/>
                    </a:lnL>
                    <a:lnR w="12700" cap="flat" cmpd="sng" algn="ctr">
                      <a:solidFill>
                        <a:srgbClr val="4F81BC"/>
                      </a:solidFill>
                      <a:prstDash val="solid"/>
                      <a:round/>
                      <a:headEnd type="none" w="med" len="med"/>
                      <a:tailEnd type="none" w="med" len="med"/>
                    </a:lnR>
                    <a:lnT w="12700">
                      <a:solidFill>
                        <a:srgbClr val="4F81BC"/>
                      </a:solidFill>
                      <a:prstDash val="solid"/>
                    </a:lnT>
                    <a:lnB w="12700">
                      <a:solidFill>
                        <a:srgbClr val="4F81BC"/>
                      </a:solidFill>
                      <a:prstDash val="solid"/>
                    </a:lnB>
                  </a:tcPr>
                </a:tc>
                <a:tc>
                  <a:txBody>
                    <a:bodyPr/>
                    <a:lstStyle/>
                    <a:p>
                      <a:pPr marL="2540" marR="0" lvl="0" indent="0" algn="ctr" defTabSz="914400" rtl="0" eaLnBrk="1" fontAlgn="auto" latinLnBrk="0" hangingPunct="1">
                        <a:lnSpc>
                          <a:spcPct val="100000"/>
                        </a:lnSpc>
                        <a:spcBef>
                          <a:spcPts val="0"/>
                        </a:spcBef>
                        <a:spcAft>
                          <a:spcPts val="0"/>
                        </a:spcAft>
                        <a:buClrTx/>
                        <a:buSzTx/>
                        <a:buFontTx/>
                        <a:buNone/>
                        <a:tabLst/>
                        <a:defRPr/>
                      </a:pPr>
                      <a:r>
                        <a:rPr lang="en-US" altLang="zh-TW" sz="1200" spc="-20" dirty="0">
                          <a:solidFill>
                            <a:schemeClr val="tx1"/>
                          </a:solidFill>
                          <a:latin typeface="+mj-lt"/>
                          <a:ea typeface="Microsoft JhengHei" panose="020B0604030504040204" pitchFamily="34" charset="-120"/>
                          <a:cs typeface="Noto Sans CJK HK"/>
                        </a:rPr>
                        <a:t>Close</a:t>
                      </a:r>
                      <a:endParaRPr lang="en-US" altLang="zh-TW" sz="1200" dirty="0">
                        <a:solidFill>
                          <a:schemeClr val="tx1"/>
                        </a:solidFill>
                        <a:latin typeface="+mj-lt"/>
                        <a:ea typeface="Microsoft JhengHei" panose="020B0604030504040204" pitchFamily="34" charset="-120"/>
                        <a:cs typeface="Noto Sans CJK HK"/>
                      </a:endParaRPr>
                    </a:p>
                  </a:txBody>
                  <a:tcPr marL="0" marR="0" marT="73660" marB="0" anchor="ctr">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chemeClr val="accent6"/>
                    </a:solidFill>
                  </a:tcPr>
                </a:tc>
                <a:extLst>
                  <a:ext uri="{0D108BD9-81ED-4DB2-BD59-A6C34878D82A}">
                    <a16:rowId xmlns:a16="http://schemas.microsoft.com/office/drawing/2014/main" val="10002"/>
                  </a:ext>
                </a:extLst>
              </a:tr>
              <a:tr h="397831">
                <a:tc>
                  <a:txBody>
                    <a:bodyPr/>
                    <a:lstStyle/>
                    <a:p>
                      <a:pPr algn="ctr">
                        <a:lnSpc>
                          <a:spcPct val="100000"/>
                        </a:lnSpc>
                        <a:spcBef>
                          <a:spcPts val="580"/>
                        </a:spcBef>
                      </a:pPr>
                      <a:r>
                        <a:rPr lang="en-US" sz="1200" spc="-50" dirty="0">
                          <a:solidFill>
                            <a:schemeClr val="tx1"/>
                          </a:solidFill>
                          <a:latin typeface="+mj-lt"/>
                          <a:ea typeface="Microsoft JhengHei" panose="020B0604030504040204" pitchFamily="34" charset="-120"/>
                          <a:cs typeface="Noto Sans CJK HK"/>
                        </a:rPr>
                        <a:t>3</a:t>
                      </a:r>
                      <a:endParaRPr sz="1200" dirty="0">
                        <a:solidFill>
                          <a:schemeClr val="tx1"/>
                        </a:solidFill>
                        <a:latin typeface="+mj-lt"/>
                        <a:ea typeface="Microsoft JhengHei" panose="020B0604030504040204" pitchFamily="34" charset="-120"/>
                        <a:cs typeface="Noto Sans CJK HK"/>
                      </a:endParaRPr>
                    </a:p>
                  </a:txBody>
                  <a:tcPr marL="0" marR="0" marT="73660" marB="0" anchor="ctr">
                    <a:lnL w="12700">
                      <a:solidFill>
                        <a:srgbClr val="4F81BC"/>
                      </a:solidFill>
                      <a:prstDash val="soli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gridSpan="2">
                  <a:txBody>
                    <a:bodyPr/>
                    <a:lstStyle/>
                    <a:p>
                      <a:pPr algn="ctr">
                        <a:lnSpc>
                          <a:spcPct val="100000"/>
                        </a:lnSpc>
                        <a:spcBef>
                          <a:spcPts val="580"/>
                        </a:spcBef>
                      </a:pPr>
                      <a:r>
                        <a:rPr lang="en-US" sz="1200" dirty="0">
                          <a:latin typeface="+mj-lt"/>
                          <a:ea typeface="Microsoft JhengHei" panose="020B0604030504040204" pitchFamily="34" charset="-120"/>
                        </a:rPr>
                        <a:t>Hardware Setup</a:t>
                      </a:r>
                      <a:endParaRPr lang="en-US" sz="1200" dirty="0">
                        <a:solidFill>
                          <a:schemeClr val="tx1"/>
                        </a:solidFill>
                        <a:latin typeface="+mj-lt"/>
                        <a:ea typeface="Microsoft JhengHei" panose="020B0604030504040204" pitchFamily="34" charset="-120"/>
                        <a:cs typeface="Noto Sans CJK HK"/>
                      </a:endParaRPr>
                    </a:p>
                  </a:txBody>
                  <a:tcPr marL="0" marR="0" marT="65405"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hMerge="1">
                  <a:txBody>
                    <a:bodyPr/>
                    <a:lstStyle/>
                    <a:p>
                      <a:endParaRPr lang="en-US"/>
                    </a:p>
                  </a:txBody>
                  <a:tcPr/>
                </a:tc>
                <a:tc>
                  <a:txBody>
                    <a:bodyPr/>
                    <a:lstStyle/>
                    <a:p>
                      <a:pPr marL="240665" marR="0" lvl="0" indent="-228600" algn="l" defTabSz="914400" rtl="0" eaLnBrk="1" fontAlgn="auto" latinLnBrk="0" hangingPunct="1">
                        <a:lnSpc>
                          <a:spcPct val="100000"/>
                        </a:lnSpc>
                        <a:spcBef>
                          <a:spcPts val="515"/>
                        </a:spcBef>
                        <a:spcAft>
                          <a:spcPts val="0"/>
                        </a:spcAft>
                        <a:buClrTx/>
                        <a:buSzTx/>
                        <a:buFontTx/>
                        <a:buAutoNum type="arabicPeriod"/>
                        <a:tabLst/>
                        <a:defRPr/>
                      </a:pPr>
                      <a:r>
                        <a:rPr lang="en-US" altLang="zh-CN" sz="1200" dirty="0">
                          <a:solidFill>
                            <a:schemeClr val="tx1"/>
                          </a:solidFill>
                          <a:latin typeface="+mj-lt"/>
                          <a:ea typeface="Microsoft JhengHei" panose="020B0604030504040204" pitchFamily="34" charset="-120"/>
                          <a:cs typeface="Noto Sans CJK HK"/>
                        </a:rPr>
                        <a:t>Servers delivered to factory — Owner: user NIC Liam, 31/03/2026</a:t>
                      </a:r>
                      <a:r>
                        <a:rPr lang="en-US" altLang="zh-CN" sz="1200" baseline="0" dirty="0">
                          <a:solidFill>
                            <a:schemeClr val="tx1"/>
                          </a:solidFill>
                          <a:latin typeface="+mj-lt"/>
                          <a:ea typeface="Microsoft JhengHei" panose="020B0604030504040204" pitchFamily="34" charset="-120"/>
                          <a:cs typeface="Noto Sans CJK HK"/>
                        </a:rPr>
                        <a:t>, Done</a:t>
                      </a:r>
                    </a:p>
                    <a:p>
                      <a:pPr marL="240665" marR="0" lvl="0" indent="-228600" algn="l" defTabSz="914400" rtl="0" eaLnBrk="1" fontAlgn="auto" latinLnBrk="0" hangingPunct="1">
                        <a:lnSpc>
                          <a:spcPct val="100000"/>
                        </a:lnSpc>
                        <a:spcBef>
                          <a:spcPts val="515"/>
                        </a:spcBef>
                        <a:spcAft>
                          <a:spcPts val="0"/>
                        </a:spcAft>
                        <a:buClrTx/>
                        <a:buSzTx/>
                        <a:buFontTx/>
                        <a:buAutoNum type="arabicPeriod"/>
                        <a:tabLst/>
                        <a:defRPr/>
                      </a:pPr>
                      <a:r>
                        <a:rPr lang="en-US" altLang="zh-CN" sz="1200" b="0" baseline="0" dirty="0">
                          <a:solidFill>
                            <a:schemeClr val="tx1"/>
                          </a:solidFill>
                          <a:effectLst/>
                          <a:latin typeface="+mj-lt"/>
                          <a:ea typeface="Microsoft JhengHei" panose="020B0604030504040204" pitchFamily="34" charset="-120"/>
                          <a:sym typeface="Wingdings" panose="05000000000000000000" pitchFamily="2" charset="2"/>
                        </a:rPr>
                        <a:t>Setup environment : AI team: On-going</a:t>
                      </a:r>
                      <a:endParaRPr lang="en-US" altLang="zh-CN" sz="1200" b="0" dirty="0">
                        <a:solidFill>
                          <a:srgbClr val="3333FF"/>
                        </a:solidFill>
                        <a:effectLst/>
                        <a:latin typeface="+mj-lt"/>
                        <a:ea typeface="Microsoft JhengHei" panose="020B0604030504040204" pitchFamily="34" charset="-120"/>
                        <a:sym typeface="Wingdings" panose="05000000000000000000" pitchFamily="2" charset="2"/>
                      </a:endParaRPr>
                    </a:p>
                  </a:txBody>
                  <a:tcPr marL="0" marR="0" marT="65405" marB="0">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a:txBody>
                    <a:bodyPr/>
                    <a:lstStyle/>
                    <a:p>
                      <a:pPr algn="ctr">
                        <a:lnSpc>
                          <a:spcPct val="100000"/>
                        </a:lnSpc>
                        <a:spcBef>
                          <a:spcPts val="515"/>
                        </a:spcBef>
                      </a:pPr>
                      <a:r>
                        <a:rPr lang="zh-CN" altLang="en-US" sz="1200" dirty="0">
                          <a:solidFill>
                            <a:schemeClr val="tx1"/>
                          </a:solidFill>
                          <a:latin typeface="Microsoft JhengHei" panose="020B0604030504040204" pitchFamily="34" charset="-120"/>
                          <a:ea typeface="Microsoft JhengHei" panose="020B0604030504040204" pitchFamily="34" charset="-120"/>
                          <a:cs typeface="Noto Sans CJK HK"/>
                        </a:rPr>
                        <a:t>丁忠黃維 </a:t>
                      </a:r>
                    </a:p>
                  </a:txBody>
                  <a:tcPr marL="0" marR="0" marT="65405"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a:txBody>
                    <a:bodyPr/>
                    <a:lstStyle/>
                    <a:p>
                      <a:pPr marL="1270" algn="ctr">
                        <a:lnSpc>
                          <a:spcPct val="100000"/>
                        </a:lnSpc>
                        <a:spcBef>
                          <a:spcPts val="580"/>
                        </a:spcBef>
                      </a:pPr>
                      <a:r>
                        <a:rPr lang="en-US" altLang="zh-CN" sz="1200" strike="sngStrike" spc="-10" dirty="0">
                          <a:solidFill>
                            <a:schemeClr val="tx1"/>
                          </a:solidFill>
                          <a:latin typeface="Microsoft JhengHei" panose="020B0604030504040204" pitchFamily="34" charset="-120"/>
                          <a:ea typeface="Microsoft JhengHei" panose="020B0604030504040204" pitchFamily="34" charset="-120"/>
                          <a:cs typeface="Noto Sans CJK HK"/>
                        </a:rPr>
                        <a:t>03/15</a:t>
                      </a:r>
                    </a:p>
                    <a:p>
                      <a:pPr marL="1270" algn="ctr">
                        <a:lnSpc>
                          <a:spcPct val="100000"/>
                        </a:lnSpc>
                        <a:spcBef>
                          <a:spcPts val="580"/>
                        </a:spcBef>
                      </a:pPr>
                      <a:r>
                        <a:rPr lang="en-US" altLang="zh-TW" sz="1200" strike="noStrike" spc="-10" dirty="0">
                          <a:solidFill>
                            <a:schemeClr val="tx1"/>
                          </a:solidFill>
                          <a:latin typeface="Microsoft JhengHei" panose="020B0604030504040204" pitchFamily="34" charset="-120"/>
                          <a:ea typeface="Microsoft JhengHei" panose="020B0604030504040204" pitchFamily="34" charset="-120"/>
                          <a:cs typeface="Noto Sans CJK HK"/>
                        </a:rPr>
                        <a:t>04/15</a:t>
                      </a:r>
                      <a:endParaRPr lang="en-US" altLang="zh-TW" sz="1200" strike="noStrike"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a:txBody>
                    <a:bodyPr/>
                    <a:lstStyle/>
                    <a:p>
                      <a:pPr marL="2540" marR="0" lvl="0" indent="0" algn="ctr" defTabSz="914400" rtl="0" eaLnBrk="1" fontAlgn="auto" latinLnBrk="0" hangingPunct="1">
                        <a:lnSpc>
                          <a:spcPct val="100000"/>
                        </a:lnSpc>
                        <a:spcBef>
                          <a:spcPts val="0"/>
                        </a:spcBef>
                        <a:spcAft>
                          <a:spcPts val="0"/>
                        </a:spcAft>
                        <a:buClrTx/>
                        <a:buSzTx/>
                        <a:buFontTx/>
                        <a:buNone/>
                        <a:tabLst/>
                        <a:defRPr/>
                      </a:pPr>
                      <a:r>
                        <a:rPr lang="en-US" altLang="zh-TW" sz="1200" spc="-20" dirty="0">
                          <a:solidFill>
                            <a:schemeClr val="tx1"/>
                          </a:solidFill>
                          <a:latin typeface="+mj-lt"/>
                          <a:ea typeface="Microsoft JhengHei" panose="020B0604030504040204" pitchFamily="34" charset="-120"/>
                          <a:cs typeface="Noto Sans CJK HK"/>
                        </a:rPr>
                        <a:t>On-going</a:t>
                      </a:r>
                      <a:endParaRPr lang="en-US" altLang="zh-TW" sz="1200" dirty="0">
                        <a:solidFill>
                          <a:schemeClr val="tx1"/>
                        </a:solidFill>
                        <a:latin typeface="+mj-lt"/>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a:solidFill>
                        <a:srgbClr val="4F81BC"/>
                      </a:solidFill>
                      <a:prstDash val="solid"/>
                    </a:lnR>
                    <a:lnT w="12700" cap="flat" cmpd="sng" algn="ctr">
                      <a:solidFill>
                        <a:srgbClr val="4F81BC"/>
                      </a:solidFill>
                      <a:prstDash val="solid"/>
                      <a:round/>
                      <a:headEnd type="none" w="med" len="med"/>
                      <a:tailEnd type="none" w="med" len="med"/>
                    </a:lnT>
                    <a:lnB w="12700">
                      <a:solidFill>
                        <a:srgbClr val="4F81BC"/>
                      </a:solidFill>
                      <a:prstDash val="solid"/>
                    </a:lnB>
                    <a:solidFill>
                      <a:srgbClr val="FFFF00"/>
                    </a:solidFill>
                  </a:tcPr>
                </a:tc>
                <a:extLst>
                  <a:ext uri="{0D108BD9-81ED-4DB2-BD59-A6C34878D82A}">
                    <a16:rowId xmlns:a16="http://schemas.microsoft.com/office/drawing/2014/main" val="10005"/>
                  </a:ext>
                </a:extLst>
              </a:tr>
              <a:tr h="1799270">
                <a:tc rowSpan="3">
                  <a:txBody>
                    <a:bodyPr/>
                    <a:lstStyle/>
                    <a:p>
                      <a:pPr algn="ctr">
                        <a:lnSpc>
                          <a:spcPct val="100000"/>
                        </a:lnSpc>
                        <a:spcBef>
                          <a:spcPts val="580"/>
                        </a:spcBef>
                      </a:pPr>
                      <a:r>
                        <a:rPr lang="en-US" sz="1200" spc="-50" dirty="0">
                          <a:solidFill>
                            <a:schemeClr val="tx1"/>
                          </a:solidFill>
                          <a:latin typeface="+mj-lt"/>
                          <a:ea typeface="Microsoft JhengHei" panose="020B0604030504040204" pitchFamily="34" charset="-120"/>
                          <a:cs typeface="Noto Sans CJK HK"/>
                        </a:rPr>
                        <a:t>4</a:t>
                      </a:r>
                      <a:endParaRPr sz="1200" dirty="0">
                        <a:solidFill>
                          <a:schemeClr val="tx1"/>
                        </a:solidFill>
                        <a:latin typeface="+mj-lt"/>
                        <a:ea typeface="Microsoft JhengHei" panose="020B0604030504040204" pitchFamily="34" charset="-120"/>
                        <a:cs typeface="Noto Sans CJK HK"/>
                      </a:endParaRPr>
                    </a:p>
                  </a:txBody>
                  <a:tcPr marL="0" marR="0" marT="73660" marB="0" anchor="ctr">
                    <a:lnL w="12700">
                      <a:solidFill>
                        <a:srgbClr val="4F81BC"/>
                      </a:solidFill>
                      <a:prstDash val="solid"/>
                    </a:lnL>
                    <a:lnR w="12700" cap="flat" cmpd="sng" algn="ctr">
                      <a:solidFill>
                        <a:schemeClr val="accent5"/>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rowSpan="3">
                  <a:txBody>
                    <a:bodyPr/>
                    <a:lstStyle/>
                    <a:p>
                      <a:pPr marL="12700" lvl="0" algn="ctr">
                        <a:spcBef>
                          <a:spcPts val="100"/>
                        </a:spcBef>
                        <a:defRPr/>
                      </a:pPr>
                      <a:r>
                        <a:rPr lang="en-US" sz="1200" dirty="0">
                          <a:latin typeface="+mj-lt"/>
                          <a:ea typeface="Microsoft JhengHei" panose="020B0604030504040204" pitchFamily="34" charset="-120"/>
                        </a:rPr>
                        <a:t>System Development</a:t>
                      </a:r>
                      <a:endParaRPr kumimoji="0" lang="en-US" sz="1200" b="0" i="0" u="none" strike="noStrike" kern="1200" cap="none" spc="0" normalizeH="0" baseline="0" noProof="0" dirty="0">
                        <a:ln>
                          <a:noFill/>
                        </a:ln>
                        <a:solidFill>
                          <a:srgbClr val="000000"/>
                        </a:solidFill>
                        <a:effectLst/>
                        <a:uLnTx/>
                        <a:uFillTx/>
                        <a:latin typeface="+mj-lt"/>
                        <a:ea typeface="Microsoft JhengHei" panose="020B0604030504040204" pitchFamily="34" charset="-120"/>
                        <a:cs typeface="Noto Sans CJK HK"/>
                      </a:endParaRPr>
                    </a:p>
                  </a:txBody>
                  <a:tcPr marL="0" marR="0" marT="7366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rowSpan="2">
                  <a:txBody>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lang="en-US" sz="1200" dirty="0">
                          <a:solidFill>
                            <a:schemeClr val="tx1"/>
                          </a:solidFill>
                          <a:latin typeface="+mj-lt"/>
                          <a:ea typeface="Microsoft JhengHei" panose="020B0604030504040204" pitchFamily="34" charset="-120"/>
                          <a:cs typeface="Noto Sans CJK HK"/>
                        </a:rPr>
                        <a:t>AI Algorithm</a:t>
                      </a:r>
                    </a:p>
                  </a:txBody>
                  <a:tcPr marL="0" marR="0" marT="7366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100" b="1" dirty="0">
                          <a:latin typeface="+mj-lt"/>
                        </a:rPr>
                        <a:t>Input Data Preprocessing</a:t>
                      </a:r>
                      <a:r>
                        <a:rPr lang="en-US" sz="1100" dirty="0">
                          <a:latin typeface="+mj-lt"/>
                        </a:rPr>
                        <a:t>: Classify the data by model and by each received image (~5,000 images). 08/03, Done</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1100" b="1" dirty="0">
                          <a:latin typeface="+mj-lt"/>
                        </a:rPr>
                        <a:t>Data Processing</a:t>
                      </a:r>
                      <a:r>
                        <a:rPr lang="en-US" sz="1100" dirty="0">
                          <a:latin typeface="+mj-lt"/>
                        </a:rPr>
                        <a:t>: Analyze the data and apply special selection/annotation to label specific objects that can be identified using YOLOv26, 31/3, On-going</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1100" b="1" dirty="0">
                          <a:latin typeface="+mj-lt"/>
                        </a:rPr>
                        <a:t>Training</a:t>
                      </a:r>
                      <a:r>
                        <a:rPr lang="en-US" sz="1100" dirty="0">
                          <a:latin typeface="+mj-lt"/>
                        </a:rPr>
                        <a:t>: Train the model, perform improvements, and enhance accuracy. 31/3, On-going</a:t>
                      </a:r>
                      <a:br>
                        <a:rPr lang="en-US" sz="1100" dirty="0">
                          <a:latin typeface="+mj-lt"/>
                        </a:rPr>
                      </a:br>
                      <a:r>
                        <a:rPr lang="en-US" sz="1100" b="1" dirty="0">
                          <a:latin typeface="+mj-lt"/>
                        </a:rPr>
                        <a:t>Dev</a:t>
                      </a:r>
                      <a:r>
                        <a:rPr lang="en-US" sz="1100" b="0" dirty="0">
                          <a:latin typeface="+mj-lt"/>
                        </a:rPr>
                        <a:t>:</a:t>
                      </a:r>
                    </a:p>
                    <a:p>
                      <a:pPr marL="171450" marR="0" lvl="0" indent="-17145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lang="en-US" sz="1100" dirty="0">
                          <a:latin typeface="+mj-lt"/>
                        </a:rPr>
                        <a:t>Developed and implemented the Human-Machine Interface (HMI), along with inspection and classification logic based on different models, while continuously improving system accuracy and efficiency, 08/04, On-going</a:t>
                      </a:r>
                    </a:p>
                    <a:p>
                      <a:pPr marL="171450" marR="0" lvl="0" indent="-17145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lang="en-US" sz="1100" dirty="0">
                          <a:latin typeface="+mj-lt"/>
                        </a:rPr>
                        <a:t>Connect with IT and User to provide APIs, configured the SFC system, and established processing workflows for OK and NG cases. 15/04, On-going</a:t>
                      </a:r>
                    </a:p>
                  </a:txBody>
                  <a:tcPr marL="0" marR="0" marT="0" marB="0" anchor="ctr">
                    <a:lnL w="12700" cap="flat" cmpd="sng" algn="ctr">
                      <a:solidFill>
                        <a:schemeClr val="accent5"/>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rowSpan="2">
                  <a:txBody>
                    <a:bodyPr/>
                    <a:lstStyle/>
                    <a:p>
                      <a:pPr marL="1905" algn="ctr">
                        <a:lnSpc>
                          <a:spcPct val="100000"/>
                        </a:lnSpc>
                      </a:pPr>
                      <a:r>
                        <a:rPr lang="zh-CN" altLang="en-US" sz="1200" dirty="0">
                          <a:solidFill>
                            <a:schemeClr val="tx1"/>
                          </a:solidFill>
                          <a:latin typeface="Microsoft JhengHei" panose="020B0604030504040204" pitchFamily="34" charset="-120"/>
                          <a:ea typeface="Microsoft JhengHei" panose="020B0604030504040204" pitchFamily="34" charset="-120"/>
                          <a:cs typeface="Noto Sans CJK HK"/>
                        </a:rPr>
                        <a:t>丁忠黃維 </a:t>
                      </a:r>
                    </a:p>
                  </a:txBody>
                  <a:tcPr marL="0" marR="0" marT="6604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rowSpan="3">
                  <a:txBody>
                    <a:bodyPr/>
                    <a:lstStyle/>
                    <a:p>
                      <a:pPr marL="1270" algn="ctr">
                        <a:lnSpc>
                          <a:spcPct val="100000"/>
                        </a:lnSpc>
                        <a:spcBef>
                          <a:spcPts val="580"/>
                        </a:spcBef>
                      </a:pPr>
                      <a:r>
                        <a:rPr lang="en-US" sz="1200" dirty="0">
                          <a:solidFill>
                            <a:schemeClr val="tx1"/>
                          </a:solidFill>
                          <a:latin typeface="Microsoft JhengHei" panose="020B0604030504040204" pitchFamily="34" charset="-120"/>
                          <a:ea typeface="Microsoft JhengHei" panose="020B0604030504040204" pitchFamily="34" charset="-120"/>
                          <a:cs typeface="Noto Sans CJK HK"/>
                        </a:rPr>
                        <a:t>04/15</a:t>
                      </a: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a:txBody>
                    <a:bodyPr/>
                    <a:lstStyle/>
                    <a:p>
                      <a:pPr marL="2540" marR="0" lvl="0" indent="0" algn="ctr" defTabSz="914400" rtl="0" eaLnBrk="1" fontAlgn="auto" latinLnBrk="0" hangingPunct="1">
                        <a:lnSpc>
                          <a:spcPct val="100000"/>
                        </a:lnSpc>
                        <a:spcBef>
                          <a:spcPts val="0"/>
                        </a:spcBef>
                        <a:spcAft>
                          <a:spcPts val="0"/>
                        </a:spcAft>
                        <a:buClrTx/>
                        <a:buSzTx/>
                        <a:buFontTx/>
                        <a:buNone/>
                        <a:tabLst/>
                        <a:defRPr/>
                      </a:pPr>
                      <a:r>
                        <a:rPr lang="en-US" altLang="zh-TW" sz="1200" spc="-20" dirty="0">
                          <a:solidFill>
                            <a:schemeClr val="tx1"/>
                          </a:solidFill>
                          <a:latin typeface="+mj-lt"/>
                          <a:ea typeface="Microsoft JhengHei" panose="020B0604030504040204" pitchFamily="34" charset="-120"/>
                          <a:cs typeface="Noto Sans CJK HK"/>
                        </a:rPr>
                        <a:t>On-going</a:t>
                      </a:r>
                      <a:endParaRPr lang="en-US" altLang="zh-TW" sz="1200" dirty="0">
                        <a:solidFill>
                          <a:schemeClr val="tx1"/>
                        </a:solidFill>
                        <a:latin typeface="+mj-lt"/>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a:solidFill>
                        <a:srgbClr val="4F81BC"/>
                      </a:solidFill>
                      <a:prstDash val="soli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solidFill>
                      <a:srgbClr val="FFFF00"/>
                    </a:solidFill>
                  </a:tcPr>
                </a:tc>
                <a:extLst>
                  <a:ext uri="{0D108BD9-81ED-4DB2-BD59-A6C34878D82A}">
                    <a16:rowId xmlns:a16="http://schemas.microsoft.com/office/drawing/2014/main" val="10006"/>
                  </a:ext>
                </a:extLst>
              </a:tr>
              <a:tr h="0">
                <a:tc vMerge="1">
                  <a:txBody>
                    <a:bodyPr/>
                    <a:lstStyle/>
                    <a:p>
                      <a:pPr algn="ctr">
                        <a:lnSpc>
                          <a:spcPct val="100000"/>
                        </a:lnSpc>
                        <a:spcBef>
                          <a:spcPts val="580"/>
                        </a:spcBef>
                      </a:pP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73660" marB="0" anchor="ctr">
                    <a:lnL w="12700">
                      <a:solidFill>
                        <a:srgbClr val="4F81BC"/>
                      </a:solidFill>
                      <a:prstDash val="solid"/>
                    </a:lnL>
                    <a:lnR w="12700" cap="flat" cmpd="sng" algn="ctr">
                      <a:solidFill>
                        <a:schemeClr val="accent5"/>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vMerge="1">
                  <a:txBody>
                    <a:bodyPr/>
                    <a:lstStyle/>
                    <a:p>
                      <a:pPr marL="12700" lvl="0" algn="ctr">
                        <a:spcBef>
                          <a:spcPts val="100"/>
                        </a:spcBef>
                        <a:defRPr/>
                      </a:pPr>
                      <a:endParaRPr kumimoji="0" lang="en-US" sz="12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pPr algn="ctr"/>
                      <a:r>
                        <a:rPr lang="en-US" sz="1200">
                          <a:latin typeface="Microsoft JhengHei" panose="020B0604030504040204" pitchFamily="34" charset="-120"/>
                          <a:ea typeface="Microsoft JhengHei" panose="020B0604030504040204" pitchFamily="34" charset="-120"/>
                        </a:rPr>
                        <a:t>System Deployment Online</a:t>
                      </a:r>
                      <a:endParaRPr lang="en-US" dirty="0"/>
                    </a:p>
                  </a:txBody>
                  <a:tcPr marL="0" marR="0" marT="7366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rgbClr val="00B050"/>
                        </a:solidFill>
                        <a:latin typeface="Microsoft JhengHei" panose="020B0604030504040204" pitchFamily="34" charset="-120"/>
                        <a:ea typeface="Microsoft JhengHei" panose="020B0604030504040204" pitchFamily="34" charset="-120"/>
                        <a:cs typeface="Noto Sans CJK HK"/>
                      </a:endParaRPr>
                    </a:p>
                  </a:txBody>
                  <a:tcPr marL="0" marR="0" marT="0" marB="0" anchor="ctr">
                    <a:lnL w="12700" cap="flat" cmpd="sng" algn="ctr">
                      <a:solidFill>
                        <a:schemeClr val="accent5"/>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vMerge="1">
                  <a:txBody>
                    <a:bodyPr/>
                    <a:lstStyle/>
                    <a:p>
                      <a:pPr marL="1905"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6604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vMerge="1">
                  <a:txBody>
                    <a:bodyPr/>
                    <a:lstStyle/>
                    <a:p>
                      <a:pPr marL="1270" algn="ctr">
                        <a:lnSpc>
                          <a:spcPct val="100000"/>
                        </a:lnSpc>
                        <a:spcBef>
                          <a:spcPts val="580"/>
                        </a:spcBef>
                      </a:pP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rowSpan="2">
                  <a:txBody>
                    <a:bodyPr/>
                    <a:lstStyle/>
                    <a:p>
                      <a:pPr marL="2540" marR="0" lvl="0" indent="0" algn="ctr" defTabSz="914400" rtl="0" eaLnBrk="1" fontAlgn="auto" latinLnBrk="0" hangingPunct="1">
                        <a:lnSpc>
                          <a:spcPct val="100000"/>
                        </a:lnSpc>
                        <a:spcBef>
                          <a:spcPts val="0"/>
                        </a:spcBef>
                        <a:spcAft>
                          <a:spcPts val="0"/>
                        </a:spcAft>
                        <a:buClrTx/>
                        <a:buSzTx/>
                        <a:buFontTx/>
                        <a:buNone/>
                        <a:tabLst/>
                        <a:defRPr/>
                      </a:pPr>
                      <a:r>
                        <a:rPr lang="en-US" altLang="zh-TW" sz="1200" spc="-20" dirty="0">
                          <a:solidFill>
                            <a:schemeClr val="tx1"/>
                          </a:solidFill>
                          <a:latin typeface="+mj-lt"/>
                          <a:ea typeface="Microsoft JhengHei" panose="020B0604030504040204" pitchFamily="34" charset="-120"/>
                          <a:cs typeface="Noto Sans CJK HK"/>
                        </a:rPr>
                        <a:t>Open</a:t>
                      </a:r>
                      <a:endParaRPr lang="en-US" altLang="zh-TW" sz="1200" dirty="0">
                        <a:solidFill>
                          <a:schemeClr val="tx1"/>
                        </a:solidFill>
                        <a:latin typeface="+mj-lt"/>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solidFill>
                      <a:srgbClr val="FFFF00"/>
                    </a:solidFill>
                  </a:tcPr>
                </a:tc>
                <a:extLst>
                  <a:ext uri="{0D108BD9-81ED-4DB2-BD59-A6C34878D82A}">
                    <a16:rowId xmlns:a16="http://schemas.microsoft.com/office/drawing/2014/main" val="3785360077"/>
                  </a:ext>
                </a:extLst>
              </a:tr>
              <a:tr h="374108">
                <a:tc vMerge="1">
                  <a:txBody>
                    <a:bodyPr/>
                    <a:lstStyle/>
                    <a:p>
                      <a:pPr algn="ctr">
                        <a:lnSpc>
                          <a:spcPct val="100000"/>
                        </a:lnSpc>
                        <a:spcBef>
                          <a:spcPts val="580"/>
                        </a:spcBef>
                      </a:pP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73660" marB="0" anchor="ctr">
                    <a:lnL w="12700">
                      <a:solidFill>
                        <a:srgbClr val="4F81BC"/>
                      </a:solidFill>
                      <a:prstDash val="solid"/>
                    </a:lnL>
                    <a:lnR w="12700" cap="flat" cmpd="sng" algn="ctr">
                      <a:solidFill>
                        <a:schemeClr val="accent5"/>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vMerge="1">
                  <a:txBody>
                    <a:bodyPr/>
                    <a:lstStyle/>
                    <a:p>
                      <a:pPr marL="12700" lvl="0" algn="ctr">
                        <a:spcBef>
                          <a:spcPts val="100"/>
                        </a:spcBef>
                        <a:defRPr/>
                      </a:pPr>
                      <a:endParaRPr kumimoji="0" lang="en-US" sz="12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lang="en-US" sz="1200">
                          <a:latin typeface="+mj-lt"/>
                          <a:ea typeface="Microsoft JhengHei" panose="020B0604030504040204" pitchFamily="34" charset="-120"/>
                        </a:rPr>
                        <a:t>System Deployment Online</a:t>
                      </a:r>
                      <a:endParaRPr lang="en-US" sz="1200" dirty="0">
                        <a:solidFill>
                          <a:schemeClr val="tx1"/>
                        </a:solidFill>
                        <a:latin typeface="+mj-lt"/>
                        <a:ea typeface="Microsoft JhengHei" panose="020B0604030504040204" pitchFamily="34" charset="-120"/>
                        <a:cs typeface="Noto Sans CJK HK"/>
                      </a:endParaRPr>
                    </a:p>
                  </a:txBody>
                  <a:tcPr marL="0" marR="0" marT="7366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Deployed and conducted the initial system run to optimize algorithms and processing workflows. 16/04. Open</a:t>
                      </a:r>
                    </a:p>
                  </a:txBody>
                  <a:tcPr marL="0" marR="0" marT="0" marB="0" anchor="ctr">
                    <a:lnL w="12700" cap="flat" cmpd="sng" algn="ctr">
                      <a:solidFill>
                        <a:schemeClr val="accent5"/>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a:txBody>
                    <a:bodyPr/>
                    <a:lstStyle/>
                    <a:p>
                      <a:pPr marL="1905" algn="ctr">
                        <a:lnSpc>
                          <a:spcPct val="100000"/>
                        </a:lnSpc>
                      </a:pPr>
                      <a:r>
                        <a:rPr lang="zh-CN" altLang="en-US" sz="1200" dirty="0">
                          <a:solidFill>
                            <a:schemeClr val="tx1"/>
                          </a:solidFill>
                          <a:latin typeface="Microsoft JhengHei" panose="020B0604030504040204" pitchFamily="34" charset="-120"/>
                          <a:ea typeface="Microsoft JhengHei" panose="020B0604030504040204" pitchFamily="34" charset="-120"/>
                          <a:cs typeface="Noto Sans CJK HK"/>
                        </a:rPr>
                        <a:t>丁忠黃維 </a:t>
                      </a:r>
                    </a:p>
                  </a:txBody>
                  <a:tcPr marL="0" marR="0" marT="6604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vMerge="1">
                  <a:txBody>
                    <a:bodyPr/>
                    <a:lstStyle/>
                    <a:p>
                      <a:pPr marL="1270" algn="ctr">
                        <a:lnSpc>
                          <a:spcPct val="100000"/>
                        </a:lnSpc>
                        <a:spcBef>
                          <a:spcPts val="580"/>
                        </a:spcBef>
                      </a:pP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vMerge="1">
                  <a:txBody>
                    <a:bodyPr/>
                    <a:lstStyle/>
                    <a:p>
                      <a:pPr marL="254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solidFill>
                      <a:srgbClr val="FFFF00"/>
                    </a:solidFill>
                  </a:tcPr>
                </a:tc>
                <a:extLst>
                  <a:ext uri="{0D108BD9-81ED-4DB2-BD59-A6C34878D82A}">
                    <a16:rowId xmlns:a16="http://schemas.microsoft.com/office/drawing/2014/main" val="272526189"/>
                  </a:ext>
                </a:extLst>
              </a:tr>
              <a:tr h="169613">
                <a:tc>
                  <a:txBody>
                    <a:bodyPr/>
                    <a:lstStyle/>
                    <a:p>
                      <a:pPr algn="ctr">
                        <a:lnSpc>
                          <a:spcPct val="100000"/>
                        </a:lnSpc>
                        <a:spcBef>
                          <a:spcPts val="580"/>
                        </a:spcBef>
                      </a:pPr>
                      <a:r>
                        <a:rPr lang="en-US" sz="1200" spc="-50" dirty="0">
                          <a:solidFill>
                            <a:schemeClr val="tx1"/>
                          </a:solidFill>
                          <a:latin typeface="+mj-lt"/>
                          <a:ea typeface="Microsoft JhengHei" panose="020B0604030504040204" pitchFamily="34" charset="-120"/>
                          <a:cs typeface="Noto Sans CJK HK"/>
                        </a:rPr>
                        <a:t>5</a:t>
                      </a:r>
                      <a:endParaRPr sz="1200" dirty="0">
                        <a:solidFill>
                          <a:schemeClr val="tx1"/>
                        </a:solidFill>
                        <a:latin typeface="+mj-lt"/>
                        <a:ea typeface="Microsoft JhengHei" panose="020B0604030504040204" pitchFamily="34" charset="-120"/>
                        <a:cs typeface="Noto Sans CJK HK"/>
                      </a:endParaRPr>
                    </a:p>
                  </a:txBody>
                  <a:tcPr marL="0" marR="0" marT="73660" marB="0" anchor="ctr">
                    <a:lnL w="12700">
                      <a:solidFill>
                        <a:srgbClr val="4F81BC"/>
                      </a:solidFill>
                      <a:prstDash val="soli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gridSpan="2">
                  <a:txBody>
                    <a:bodyPr/>
                    <a:lstStyle/>
                    <a:p>
                      <a:pPr algn="ctr">
                        <a:lnSpc>
                          <a:spcPct val="100000"/>
                        </a:lnSpc>
                        <a:spcBef>
                          <a:spcPts val="580"/>
                        </a:spcBef>
                      </a:pPr>
                      <a:r>
                        <a:rPr sz="1200" kern="1200" dirty="0">
                          <a:solidFill>
                            <a:schemeClr val="tx1"/>
                          </a:solidFill>
                          <a:latin typeface="+mj-lt"/>
                          <a:ea typeface="Microsoft JhengHei" panose="020B0604030504040204" pitchFamily="34" charset="-120"/>
                          <a:cs typeface="+mn-cs"/>
                        </a:rPr>
                        <a:t>Trail run</a:t>
                      </a: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h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effectLst/>
                          <a:latin typeface="+mj-lt"/>
                          <a:ea typeface="Microsoft JhengHei" panose="020B0604030504040204" pitchFamily="34" charset="-120"/>
                          <a:sym typeface="Wingdings" panose="05000000000000000000" pitchFamily="2" charset="2"/>
                        </a:rPr>
                        <a:t>Optimization points / issues — see detailed report (open)</a:t>
                      </a:r>
                      <a:endParaRPr lang="en-US" altLang="zh-TW" sz="1200" dirty="0">
                        <a:solidFill>
                          <a:schemeClr val="tx1"/>
                        </a:solidFill>
                        <a:latin typeface="+mj-lt"/>
                        <a:ea typeface="Microsoft JhengHei" panose="020B0604030504040204" pitchFamily="34" charset="-120"/>
                        <a:cs typeface="Times New Roman"/>
                      </a:endParaRPr>
                    </a:p>
                  </a:txBody>
                  <a:tcPr marL="0" marR="0" marT="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a:txBody>
                    <a:bodyPr/>
                    <a:lstStyle/>
                    <a:p>
                      <a:pPr marL="1905" algn="ctr">
                        <a:lnSpc>
                          <a:spcPct val="100000"/>
                        </a:lnSpc>
                      </a:pPr>
                      <a:r>
                        <a:rPr lang="zh-CN" altLang="en-US" sz="1200" dirty="0">
                          <a:solidFill>
                            <a:schemeClr val="tx1"/>
                          </a:solidFill>
                          <a:latin typeface="Microsoft JhengHei" panose="020B0604030504040204" pitchFamily="34" charset="-120"/>
                          <a:ea typeface="Microsoft JhengHei" panose="020B0604030504040204" pitchFamily="34" charset="-120"/>
                          <a:cs typeface="Noto Sans CJK HK"/>
                        </a:rPr>
                        <a:t>丁忠黃維 </a:t>
                      </a:r>
                    </a:p>
                  </a:txBody>
                  <a:tcPr marL="0" marR="0" marT="6604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a:txBody>
                    <a:bodyPr/>
                    <a:lstStyle/>
                    <a:p>
                      <a:pPr marL="1270" marR="0" lvl="0" indent="0" algn="ctr" defTabSz="914400" rtl="0" eaLnBrk="1" fontAlgn="auto" latinLnBrk="0" hangingPunct="1">
                        <a:lnSpc>
                          <a:spcPct val="100000"/>
                        </a:lnSpc>
                        <a:spcBef>
                          <a:spcPts val="580"/>
                        </a:spcBef>
                        <a:spcAft>
                          <a:spcPts val="0"/>
                        </a:spcAft>
                        <a:buClrTx/>
                        <a:buSzTx/>
                        <a:buFontTx/>
                        <a:buNone/>
                        <a:tabLst/>
                        <a:defRPr/>
                      </a:pPr>
                      <a:r>
                        <a:rPr kumimoji="0" lang="en-US" altLang="zh-CN" sz="1200" b="0" i="0" u="none" strike="noStrike" kern="1200" cap="none" spc="-1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Noto Sans CJK HK"/>
                        </a:rPr>
                        <a:t>04/22</a:t>
                      </a:r>
                      <a:endParaRPr kumimoji="0" lang="en-US" altLang="zh-TW" sz="12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tc>
                  <a:txBody>
                    <a:bodyPr/>
                    <a:lstStyle/>
                    <a:p>
                      <a:pPr marL="1905" algn="ctr">
                        <a:lnSpc>
                          <a:spcPct val="100000"/>
                        </a:lnSpc>
                        <a:spcBef>
                          <a:spcPts val="580"/>
                        </a:spcBef>
                      </a:pPr>
                      <a:r>
                        <a:rPr sz="1200" spc="-20" dirty="0">
                          <a:solidFill>
                            <a:schemeClr val="tx1"/>
                          </a:solidFill>
                          <a:latin typeface="+mj-lt"/>
                          <a:ea typeface="Microsoft JhengHei" panose="020B0604030504040204" pitchFamily="34" charset="-120"/>
                          <a:cs typeface="Noto Sans CJK HK"/>
                        </a:rPr>
                        <a:t>Open</a:t>
                      </a:r>
                      <a:endParaRPr sz="1200" dirty="0">
                        <a:solidFill>
                          <a:schemeClr val="tx1"/>
                        </a:solidFill>
                        <a:latin typeface="+mj-lt"/>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a:solidFill>
                        <a:srgbClr val="4F81BC"/>
                      </a:solidFill>
                      <a:prstDash val="solid"/>
                    </a:lnR>
                    <a:lnT w="12700" cap="flat" cmpd="sng" algn="ctr">
                      <a:solidFill>
                        <a:srgbClr val="4F81BC"/>
                      </a:solidFill>
                      <a:prstDash val="solid"/>
                      <a:round/>
                      <a:headEnd type="none" w="med" len="med"/>
                      <a:tailEnd type="none" w="med" len="med"/>
                    </a:lnT>
                    <a:lnB w="12700" cap="flat" cmpd="sng" algn="ctr">
                      <a:solidFill>
                        <a:srgbClr val="4F81BC"/>
                      </a:solidFill>
                      <a:prstDash val="solid"/>
                      <a:round/>
                      <a:headEnd type="none" w="med" len="med"/>
                      <a:tailEnd type="none" w="med" len="med"/>
                    </a:lnB>
                  </a:tcPr>
                </a:tc>
                <a:extLst>
                  <a:ext uri="{0D108BD9-81ED-4DB2-BD59-A6C34878D82A}">
                    <a16:rowId xmlns:a16="http://schemas.microsoft.com/office/drawing/2014/main" val="10008"/>
                  </a:ext>
                </a:extLst>
              </a:tr>
              <a:tr h="339226">
                <a:tc>
                  <a:txBody>
                    <a:bodyPr/>
                    <a:lstStyle/>
                    <a:p>
                      <a:pPr marL="0" algn="ctr" defTabSz="914400" rtl="0" eaLnBrk="1" latinLnBrk="0" hangingPunct="1">
                        <a:lnSpc>
                          <a:spcPct val="100000"/>
                        </a:lnSpc>
                        <a:spcBef>
                          <a:spcPts val="580"/>
                        </a:spcBef>
                      </a:pPr>
                      <a:r>
                        <a:rPr lang="en-US" altLang="zh-TW" sz="1200" kern="1200" spc="-50" dirty="0">
                          <a:solidFill>
                            <a:schemeClr val="tx1"/>
                          </a:solidFill>
                          <a:latin typeface="+mj-lt"/>
                          <a:ea typeface="Microsoft JhengHei" panose="020B0604030504040204" pitchFamily="34" charset="-120"/>
                          <a:cs typeface="Noto Sans CJK HK"/>
                        </a:rPr>
                        <a:t>6</a:t>
                      </a:r>
                      <a:endParaRPr lang="zh-TW" altLang="en-US" sz="1200" kern="1200" spc="-50" dirty="0">
                        <a:solidFill>
                          <a:schemeClr val="tx1"/>
                        </a:solidFill>
                        <a:latin typeface="+mj-lt"/>
                        <a:ea typeface="Microsoft JhengHei" panose="020B0604030504040204" pitchFamily="34" charset="-120"/>
                        <a:cs typeface="Noto Sans CJK HK"/>
                      </a:endParaRPr>
                    </a:p>
                  </a:txBody>
                  <a:tcPr marL="0" marR="0" marT="73660" marB="0" anchor="ctr">
                    <a:lnL w="12700">
                      <a:solidFill>
                        <a:srgbClr val="4F81BC"/>
                      </a:solidFill>
                      <a:prstDash val="soli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gridSpan="2">
                  <a:txBody>
                    <a:bodyPr/>
                    <a:lstStyle/>
                    <a:p>
                      <a:pPr marL="12700" lvl="0" algn="ctr">
                        <a:spcBef>
                          <a:spcPts val="130"/>
                        </a:spcBef>
                        <a:defRPr/>
                      </a:pPr>
                      <a:r>
                        <a:rPr lang="en-US" sz="1200" dirty="0">
                          <a:latin typeface="+mj-lt"/>
                          <a:ea typeface="Microsoft JhengHei" panose="020B0604030504040204" pitchFamily="34" charset="-120"/>
                        </a:rPr>
                        <a:t>Deployment</a:t>
                      </a:r>
                      <a:endParaRPr kumimoji="0" lang="en-US" sz="1200" b="0" i="0" u="none" strike="noStrike" kern="1200" cap="none" spc="0" normalizeH="0" baseline="0" noProof="0" dirty="0">
                        <a:ln>
                          <a:noFill/>
                        </a:ln>
                        <a:solidFill>
                          <a:srgbClr val="000000"/>
                        </a:solidFill>
                        <a:effectLst/>
                        <a:uLnTx/>
                        <a:uFillTx/>
                        <a:latin typeface="+mj-lt"/>
                        <a:ea typeface="Microsoft JhengHei" panose="020B0604030504040204" pitchFamily="34" charset="-120"/>
                        <a:cs typeface="Noto Sans CJK HK"/>
                      </a:endParaRPr>
                    </a:p>
                  </a:txBody>
                  <a:tcPr marL="0" marR="0" marT="64769"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hMerge="1">
                  <a:txBody>
                    <a:bodyPr/>
                    <a:lstStyle/>
                    <a:p>
                      <a:endParaRPr lang="en-US"/>
                    </a:p>
                  </a:txBody>
                  <a:tcPr/>
                </a:tc>
                <a:tc>
                  <a:txBody>
                    <a:bodyPr/>
                    <a:lstStyle/>
                    <a:p>
                      <a:pPr>
                        <a:lnSpc>
                          <a:spcPct val="100000"/>
                        </a:lnSpc>
                      </a:pPr>
                      <a:endParaRPr sz="1200" dirty="0">
                        <a:solidFill>
                          <a:schemeClr val="tx1"/>
                        </a:solidFill>
                        <a:latin typeface="+mj-lt"/>
                        <a:ea typeface="Microsoft JhengHei" panose="020B0604030504040204" pitchFamily="34" charset="-120"/>
                        <a:cs typeface="Times New Roman"/>
                      </a:endParaRPr>
                    </a:p>
                  </a:txBody>
                  <a:tcPr marL="0" marR="0" marT="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a:txBody>
                    <a:bodyPr/>
                    <a:lstStyle/>
                    <a:p>
                      <a:pPr algn="ctr">
                        <a:lnSpc>
                          <a:spcPct val="100000"/>
                        </a:lnSpc>
                        <a:spcBef>
                          <a:spcPts val="520"/>
                        </a:spcBef>
                      </a:pPr>
                      <a:r>
                        <a:rPr lang="zh-CN" altLang="en-US" sz="1200">
                          <a:solidFill>
                            <a:schemeClr val="tx1"/>
                          </a:solidFill>
                          <a:latin typeface="Microsoft JhengHei" panose="020B0604030504040204" pitchFamily="34" charset="-120"/>
                          <a:ea typeface="Microsoft JhengHei" panose="020B0604030504040204" pitchFamily="34" charset="-120"/>
                          <a:cs typeface="Noto Sans CJK HK"/>
                        </a:rPr>
                        <a:t>丁忠黃維 </a:t>
                      </a:r>
                      <a:endParaRPr sz="1200" dirty="0">
                        <a:solidFill>
                          <a:schemeClr val="tx1"/>
                        </a:solidFill>
                        <a:latin typeface="Microsoft JhengHei" panose="020B0604030504040204" pitchFamily="34" charset="-120"/>
                        <a:ea typeface="Microsoft JhengHei" panose="020B0604030504040204" pitchFamily="34" charset="-120"/>
                        <a:cs typeface="Noto Sans CJK HK"/>
                      </a:endParaRPr>
                    </a:p>
                  </a:txBody>
                  <a:tcPr marL="0" marR="0" marT="6604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a:txBody>
                    <a:bodyPr/>
                    <a:lstStyle/>
                    <a:p>
                      <a:pPr marL="1270" marR="0" lvl="0" indent="0" algn="ctr" defTabSz="914400" rtl="0" eaLnBrk="1" fontAlgn="auto" latinLnBrk="0" hangingPunct="1">
                        <a:lnSpc>
                          <a:spcPct val="100000"/>
                        </a:lnSpc>
                        <a:spcBef>
                          <a:spcPts val="580"/>
                        </a:spcBef>
                        <a:spcAft>
                          <a:spcPts val="0"/>
                        </a:spcAft>
                        <a:buClrTx/>
                        <a:buSzTx/>
                        <a:buFontTx/>
                        <a:buNone/>
                        <a:tabLst/>
                        <a:defRPr/>
                      </a:pPr>
                      <a:r>
                        <a:rPr kumimoji="0" lang="en-US" altLang="zh-TW" sz="1200" b="0" i="0" u="none" strike="noStrike" kern="1200" cap="none" spc="-1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Noto Sans CJK HK"/>
                        </a:rPr>
                        <a:t>04/30</a:t>
                      </a:r>
                      <a:endParaRPr kumimoji="0" lang="en-US" altLang="zh-TW" sz="1200" b="0" i="0" u="none" strike="noStrike" kern="1200" cap="none" spc="0" normalizeH="0" baseline="0" noProof="0" dirty="0">
                        <a:ln>
                          <a:noFill/>
                        </a:ln>
                        <a:solidFill>
                          <a:srgbClr val="000000"/>
                        </a:solidFill>
                        <a:effectLst/>
                        <a:uLnTx/>
                        <a:uFillTx/>
                        <a:latin typeface="Microsoft JhengHei" panose="020B0604030504040204" pitchFamily="34" charset="-120"/>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cap="flat" cmpd="sng" algn="ctr">
                      <a:solidFill>
                        <a:srgbClr val="4F81BC"/>
                      </a:solidFill>
                      <a:prstDash val="solid"/>
                      <a:round/>
                      <a:headEnd type="none" w="med" len="med"/>
                      <a:tailEnd type="none" w="med" len="med"/>
                    </a:lnR>
                    <a:lnT w="12700" cap="flat" cmpd="sng" algn="ctr">
                      <a:solidFill>
                        <a:srgbClr val="4F81BC"/>
                      </a:solidFill>
                      <a:prstDash val="solid"/>
                      <a:round/>
                      <a:headEnd type="none" w="med" len="med"/>
                      <a:tailEnd type="none" w="med" len="med"/>
                    </a:lnT>
                    <a:lnB w="12700">
                      <a:solidFill>
                        <a:srgbClr val="4F81BC"/>
                      </a:solidFill>
                      <a:prstDash val="solid"/>
                    </a:lnB>
                  </a:tcPr>
                </a:tc>
                <a:tc>
                  <a:txBody>
                    <a:bodyPr/>
                    <a:lstStyle/>
                    <a:p>
                      <a:pPr marL="1905" algn="ctr">
                        <a:lnSpc>
                          <a:spcPct val="100000"/>
                        </a:lnSpc>
                        <a:spcBef>
                          <a:spcPts val="580"/>
                        </a:spcBef>
                      </a:pPr>
                      <a:r>
                        <a:rPr sz="1200" spc="-20" dirty="0">
                          <a:solidFill>
                            <a:schemeClr val="tx1"/>
                          </a:solidFill>
                          <a:latin typeface="+mj-lt"/>
                          <a:ea typeface="Microsoft JhengHei" panose="020B0604030504040204" pitchFamily="34" charset="-120"/>
                          <a:cs typeface="Noto Sans CJK HK"/>
                        </a:rPr>
                        <a:t>Open</a:t>
                      </a:r>
                      <a:endParaRPr sz="1200" dirty="0">
                        <a:solidFill>
                          <a:schemeClr val="tx1"/>
                        </a:solidFill>
                        <a:latin typeface="+mj-lt"/>
                        <a:ea typeface="Microsoft JhengHei" panose="020B0604030504040204" pitchFamily="34" charset="-120"/>
                        <a:cs typeface="Noto Sans CJK HK"/>
                      </a:endParaRPr>
                    </a:p>
                  </a:txBody>
                  <a:tcPr marL="0" marR="0" marT="73660" marB="0" anchor="ctr">
                    <a:lnL w="12700" cap="flat" cmpd="sng" algn="ctr">
                      <a:solidFill>
                        <a:srgbClr val="4F81BC"/>
                      </a:solidFill>
                      <a:prstDash val="solid"/>
                      <a:round/>
                      <a:headEnd type="none" w="med" len="med"/>
                      <a:tailEnd type="none" w="med" len="med"/>
                    </a:lnL>
                    <a:lnR w="12700">
                      <a:solidFill>
                        <a:srgbClr val="4F81BC"/>
                      </a:solidFill>
                      <a:prstDash val="solid"/>
                    </a:lnR>
                    <a:lnT w="12700" cap="flat" cmpd="sng" algn="ctr">
                      <a:solidFill>
                        <a:srgbClr val="4F81BC"/>
                      </a:solidFill>
                      <a:prstDash val="solid"/>
                      <a:round/>
                      <a:headEnd type="none" w="med" len="med"/>
                      <a:tailEnd type="none" w="med" len="med"/>
                    </a:lnT>
                    <a:lnB w="12700">
                      <a:solidFill>
                        <a:srgbClr val="4F81BC"/>
                      </a:solidFill>
                      <a:prstDash val="solid"/>
                    </a:lnB>
                  </a:tcPr>
                </a:tc>
                <a:extLst>
                  <a:ext uri="{0D108BD9-81ED-4DB2-BD59-A6C34878D82A}">
                    <a16:rowId xmlns:a16="http://schemas.microsoft.com/office/drawing/2014/main" val="1762633374"/>
                  </a:ext>
                </a:extLst>
              </a:tr>
            </a:tbl>
          </a:graphicData>
        </a:graphic>
      </p:graphicFrame>
    </p:spTree>
    <p:extLst>
      <p:ext uri="{BB962C8B-B14F-4D97-AF65-F5344CB8AC3E}">
        <p14:creationId xmlns:p14="http://schemas.microsoft.com/office/powerpoint/2010/main" val="145937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2" name="object 2"/>
          <p:cNvSpPr txBox="1">
            <a:spLocks noGrp="1"/>
          </p:cNvSpPr>
          <p:nvPr>
            <p:ph type="title"/>
          </p:nvPr>
        </p:nvSpPr>
        <p:spPr>
          <a:xfrm>
            <a:off x="78738" y="24511"/>
            <a:ext cx="10185849" cy="319959"/>
          </a:xfrm>
          <a:prstGeom prst="rect">
            <a:avLst/>
          </a:prstGeom>
        </p:spPr>
        <p:txBody>
          <a:bodyPr vert="horz" wrap="square" lIns="0" tIns="12065" rIns="0" bIns="0" rtlCol="0">
            <a:spAutoFit/>
          </a:bodyPr>
          <a:lstStyle/>
          <a:p>
            <a:pPr marL="12700">
              <a:lnSpc>
                <a:spcPct val="100000"/>
              </a:lnSpc>
              <a:spcBef>
                <a:spcPts val="95"/>
              </a:spcBef>
            </a:pPr>
            <a:r>
              <a:rPr lang="en-US" sz="2000" spc="-10" dirty="0"/>
              <a:t>1</a:t>
            </a:r>
            <a:r>
              <a:rPr lang="en-US" sz="2000" spc="-10"/>
              <a:t>. </a:t>
            </a:r>
            <a:r>
              <a:rPr lang="en-US" sz="2000" spc="-10" dirty="0" err="1"/>
              <a:t>Đánh</a:t>
            </a:r>
            <a:r>
              <a:rPr lang="en-US" sz="2000" spc="-10" dirty="0"/>
              <a:t> </a:t>
            </a:r>
            <a:r>
              <a:rPr lang="en-US" sz="2000" spc="-10" dirty="0" err="1"/>
              <a:t>giá</a:t>
            </a:r>
            <a:r>
              <a:rPr lang="en-US" sz="2000" spc="-10" dirty="0"/>
              <a:t> </a:t>
            </a:r>
            <a:r>
              <a:rPr lang="en-US" sz="2000" spc="-10" dirty="0" err="1"/>
              <a:t>yêu</a:t>
            </a:r>
            <a:r>
              <a:rPr lang="en-US" sz="2000" spc="-10" dirty="0"/>
              <a:t> </a:t>
            </a:r>
            <a:r>
              <a:rPr lang="en-US" sz="2000" spc="-10" dirty="0" err="1"/>
              <a:t>cầu</a:t>
            </a:r>
            <a:r>
              <a:rPr lang="en-US" sz="2000" spc="-10" dirty="0"/>
              <a:t> </a:t>
            </a:r>
            <a:r>
              <a:rPr lang="en-US" sz="2000" spc="-10" dirty="0" err="1"/>
              <a:t>giám</a:t>
            </a:r>
            <a:r>
              <a:rPr lang="en-US" sz="2000" spc="-10" dirty="0"/>
              <a:t> </a:t>
            </a:r>
            <a:r>
              <a:rPr lang="en-US" sz="2000" spc="-10" dirty="0" err="1"/>
              <a:t>sát</a:t>
            </a:r>
            <a:r>
              <a:rPr lang="en-US" sz="2000" spc="-10" dirty="0"/>
              <a:t> </a:t>
            </a:r>
            <a:r>
              <a:rPr lang="en-US" sz="2000" spc="-10" dirty="0" err="1"/>
              <a:t>công</a:t>
            </a:r>
            <a:r>
              <a:rPr lang="en-US" sz="2000" spc="-10" dirty="0"/>
              <a:t> </a:t>
            </a:r>
            <a:r>
              <a:rPr lang="en-US" sz="2000" spc="-10" dirty="0" err="1"/>
              <a:t>việc</a:t>
            </a:r>
            <a:r>
              <a:rPr lang="en-US" sz="2000" spc="-10" dirty="0"/>
              <a:t>: chu </a:t>
            </a:r>
            <a:r>
              <a:rPr lang="en-US" sz="2000" spc="-10" dirty="0" err="1"/>
              <a:t>kỳ</a:t>
            </a:r>
            <a:r>
              <a:rPr lang="en-US" sz="2000" spc="-10" dirty="0"/>
              <a:t> </a:t>
            </a:r>
            <a:r>
              <a:rPr lang="en-US" sz="2000" spc="-10" dirty="0" err="1"/>
              <a:t>phát</a:t>
            </a:r>
            <a:r>
              <a:rPr lang="en-US" sz="2000" spc="-10" dirty="0"/>
              <a:t> </a:t>
            </a:r>
            <a:r>
              <a:rPr lang="en-US" sz="2000" spc="-10" dirty="0" err="1"/>
              <a:t>triển</a:t>
            </a:r>
            <a:r>
              <a:rPr lang="en-US" sz="2000" spc="-10" dirty="0"/>
              <a:t> </a:t>
            </a:r>
            <a:r>
              <a:rPr lang="en-US" sz="2000" spc="-10" dirty="0" err="1"/>
              <a:t>và</a:t>
            </a:r>
            <a:r>
              <a:rPr lang="en-US" sz="2000" spc="-10" dirty="0"/>
              <a:t> </a:t>
            </a:r>
            <a:r>
              <a:rPr lang="en-US" sz="2000" spc="-10" dirty="0" err="1"/>
              <a:t>đánh</a:t>
            </a:r>
            <a:r>
              <a:rPr lang="en-US" sz="2000" spc="-10" dirty="0"/>
              <a:t> </a:t>
            </a:r>
            <a:r>
              <a:rPr lang="en-US" sz="2000" spc="-10" dirty="0" err="1"/>
              <a:t>giá</a:t>
            </a:r>
            <a:r>
              <a:rPr lang="en-US" sz="2000" spc="-10" dirty="0"/>
              <a:t> </a:t>
            </a:r>
            <a:r>
              <a:rPr lang="en-US" sz="2000" spc="-10" dirty="0" err="1"/>
              <a:t>nguồn</a:t>
            </a:r>
            <a:r>
              <a:rPr lang="en-US" sz="2000" spc="-10" dirty="0"/>
              <a:t> </a:t>
            </a:r>
            <a:r>
              <a:rPr lang="en-US" sz="2000" spc="-10" dirty="0" err="1"/>
              <a:t>lực</a:t>
            </a:r>
            <a:endParaRPr sz="2000" spc="-40" dirty="0"/>
          </a:p>
        </p:txBody>
      </p:sp>
      <p:sp>
        <p:nvSpPr>
          <p:cNvPr id="1048603" name="object 3"/>
          <p:cNvSpPr txBox="1"/>
          <p:nvPr/>
        </p:nvSpPr>
        <p:spPr>
          <a:xfrm>
            <a:off x="536752" y="436219"/>
            <a:ext cx="11463020" cy="6013185"/>
          </a:xfrm>
          <a:prstGeom prst="rect">
            <a:avLst/>
          </a:prstGeom>
        </p:spPr>
        <p:txBody>
          <a:bodyPr vert="horz" wrap="square" lIns="0" tIns="80010" rIns="0" bIns="0" rtlCol="0">
            <a:spAutoFit/>
          </a:bodyPr>
          <a:lstStyle/>
          <a:p>
            <a:pPr marL="526415" lvl="0">
              <a:spcBef>
                <a:spcPts val="630"/>
              </a:spcBef>
              <a:defRPr/>
            </a:pPr>
            <a:r>
              <a:rPr lang="vi-VN" sz="1300" b="1" kern="0" dirty="0">
                <a:solidFill>
                  <a:sysClr val="windowText" lastClr="000000"/>
                </a:solidFill>
                <a:latin typeface="Microsoft JhengHei"/>
                <a:cs typeface="Microsoft JhengHei"/>
              </a:rPr>
              <a:t>A. Ước tính tổng thời gian phát triển (được đánh giá bởi kỹ sư nhân sự như được liệt kê bên dưới):</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670560" lvl="0" indent="-146050">
              <a:spcBef>
                <a:spcPts val="530"/>
              </a:spcBef>
              <a:buSzPct val="92857"/>
              <a:buFontTx/>
              <a:buAutoNum type="arabicPeriod"/>
              <a:tabLst>
                <a:tab pos="670560" algn="l"/>
              </a:tabLst>
              <a:defRPr/>
            </a:pPr>
            <a:r>
              <a:rPr lang="en-US" sz="1300" kern="0" dirty="0">
                <a:solidFill>
                  <a:sysClr val="windowText" lastClr="000000"/>
                </a:solidFill>
                <a:latin typeface="Microsoft JhengHei"/>
                <a:cs typeface="Microsoft JhengHei"/>
              </a:rPr>
              <a:t>Giai </a:t>
            </a:r>
            <a:r>
              <a:rPr lang="en-US" sz="1300" kern="0" dirty="0" err="1">
                <a:solidFill>
                  <a:sysClr val="windowText" lastClr="000000"/>
                </a:solidFill>
                <a:latin typeface="Microsoft JhengHei"/>
                <a:cs typeface="Microsoft JhengHei"/>
              </a:rPr>
              <a:t>đoạn</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đạt</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độ</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chính</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xác</a:t>
            </a:r>
            <a:r>
              <a:rPr lang="en-US" sz="1300" kern="0" dirty="0">
                <a:solidFill>
                  <a:sysClr val="windowText" lastClr="000000"/>
                </a:solidFill>
                <a:latin typeface="Microsoft JhengHei"/>
                <a:cs typeface="Microsoft JhengHei"/>
              </a:rPr>
              <a:t> 60%: </a:t>
            </a:r>
            <a:r>
              <a:rPr lang="en-US" sz="1300" kern="0" dirty="0">
                <a:solidFill>
                  <a:srgbClr val="FF0000"/>
                </a:solidFill>
                <a:latin typeface="Microsoft JhengHei"/>
                <a:cs typeface="Microsoft JhengHei"/>
              </a:rPr>
              <a:t>1 </a:t>
            </a:r>
            <a:r>
              <a:rPr lang="en-US" sz="1300" kern="0" dirty="0" err="1">
                <a:solidFill>
                  <a:srgbClr val="FF0000"/>
                </a:solidFill>
                <a:latin typeface="Microsoft JhengHei"/>
                <a:cs typeface="Microsoft JhengHei"/>
              </a:rPr>
              <a:t>tháng</a:t>
            </a:r>
            <a:endParaRPr lang="en-US" sz="1300" kern="0" dirty="0">
              <a:solidFill>
                <a:srgbClr val="FF0000"/>
              </a:solidFill>
              <a:latin typeface="Microsoft JhengHei"/>
              <a:cs typeface="Microsoft JhengHei"/>
            </a:endParaRPr>
          </a:p>
          <a:p>
            <a:pPr marL="670560" lvl="0" indent="-146050">
              <a:spcBef>
                <a:spcPts val="530"/>
              </a:spcBef>
              <a:buSzPct val="92857"/>
              <a:buFontTx/>
              <a:buAutoNum type="arabicPeriod"/>
              <a:tabLst>
                <a:tab pos="670560" algn="l"/>
              </a:tabLst>
              <a:defRPr/>
            </a:pPr>
            <a:r>
              <a:rPr lang="en-US" sz="1300" kern="0" dirty="0">
                <a:solidFill>
                  <a:sysClr val="windowText" lastClr="000000"/>
                </a:solidFill>
                <a:latin typeface="Microsoft JhengHei"/>
                <a:cs typeface="Microsoft JhengHei"/>
              </a:rPr>
              <a:t>Giai </a:t>
            </a:r>
            <a:r>
              <a:rPr lang="en-US" sz="1300" kern="0" dirty="0" err="1">
                <a:solidFill>
                  <a:sysClr val="windowText" lastClr="000000"/>
                </a:solidFill>
                <a:latin typeface="Microsoft JhengHei"/>
                <a:cs typeface="Microsoft JhengHei"/>
              </a:rPr>
              <a:t>đoạn</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đạt</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độ</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chính</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xác</a:t>
            </a:r>
            <a:r>
              <a:rPr lang="en-US" sz="1300" kern="0" dirty="0">
                <a:solidFill>
                  <a:sysClr val="windowText" lastClr="000000"/>
                </a:solidFill>
                <a:latin typeface="Microsoft JhengHei"/>
                <a:cs typeface="Microsoft JhengHei"/>
              </a:rPr>
              <a:t> 85%: 2 </a:t>
            </a:r>
            <a:r>
              <a:rPr lang="en-US" sz="1300" kern="0" dirty="0" err="1">
                <a:solidFill>
                  <a:sysClr val="windowText" lastClr="000000"/>
                </a:solidFill>
                <a:latin typeface="Microsoft JhengHei"/>
                <a:cs typeface="Microsoft JhengHei"/>
              </a:rPr>
              <a:t>tháng</a:t>
            </a:r>
            <a:endParaRPr lang="en-US" sz="1300" kern="0" dirty="0">
              <a:solidFill>
                <a:sysClr val="windowText" lastClr="000000"/>
              </a:solidFill>
              <a:latin typeface="Microsoft JhengHei"/>
              <a:cs typeface="Microsoft JhengHei"/>
            </a:endParaRPr>
          </a:p>
          <a:p>
            <a:pPr marL="670560" lvl="0" indent="-146050">
              <a:spcBef>
                <a:spcPts val="530"/>
              </a:spcBef>
              <a:buSzPct val="92857"/>
              <a:buFontTx/>
              <a:buAutoNum type="arabicPeriod"/>
              <a:tabLst>
                <a:tab pos="670560" algn="l"/>
              </a:tabLst>
              <a:defRPr/>
            </a:pPr>
            <a:r>
              <a:rPr lang="en-US" sz="1300" kern="0" dirty="0">
                <a:solidFill>
                  <a:sysClr val="windowText" lastClr="000000"/>
                </a:solidFill>
                <a:latin typeface="Microsoft JhengHei"/>
                <a:cs typeface="Microsoft JhengHei"/>
              </a:rPr>
              <a:t>Giai </a:t>
            </a:r>
            <a:r>
              <a:rPr lang="en-US" sz="1300" kern="0" dirty="0" err="1">
                <a:solidFill>
                  <a:sysClr val="windowText" lastClr="000000"/>
                </a:solidFill>
                <a:latin typeface="Microsoft JhengHei"/>
                <a:cs typeface="Microsoft JhengHei"/>
              </a:rPr>
              <a:t>đoạn</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đạt</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độ</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chính</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xác</a:t>
            </a:r>
            <a:r>
              <a:rPr lang="en-US" sz="1300" kern="0" dirty="0">
                <a:solidFill>
                  <a:sysClr val="windowText" lastClr="000000"/>
                </a:solidFill>
                <a:latin typeface="Microsoft JhengHei"/>
                <a:cs typeface="Microsoft JhengHei"/>
              </a:rPr>
              <a:t> 95%: 3 </a:t>
            </a:r>
            <a:r>
              <a:rPr lang="en-US" sz="1300" kern="0" dirty="0" err="1">
                <a:solidFill>
                  <a:sysClr val="windowText" lastClr="000000"/>
                </a:solidFill>
                <a:latin typeface="Microsoft JhengHei"/>
                <a:cs typeface="Microsoft JhengHei"/>
              </a:rPr>
              <a:t>tháng</a:t>
            </a:r>
            <a:endParaRPr lang="en-US" sz="1300" kern="0" dirty="0">
              <a:solidFill>
                <a:sysClr val="windowText" lastClr="000000"/>
              </a:solidFill>
              <a:latin typeface="Microsoft JhengHei"/>
              <a:cs typeface="Microsoft JhengHei"/>
            </a:endParaRPr>
          </a:p>
          <a:p>
            <a:pPr marL="670560" lvl="0" indent="-146050">
              <a:spcBef>
                <a:spcPts val="530"/>
              </a:spcBef>
              <a:buSzPct val="92857"/>
              <a:buFontTx/>
              <a:buAutoNum type="arabicPeriod"/>
              <a:tabLst>
                <a:tab pos="670560" algn="l"/>
              </a:tabLst>
              <a:defRPr/>
            </a:pPr>
            <a:r>
              <a:rPr lang="en-US" sz="1300" kern="0" dirty="0">
                <a:solidFill>
                  <a:sysClr val="windowText" lastClr="000000"/>
                </a:solidFill>
                <a:latin typeface="Microsoft JhengHei"/>
                <a:cs typeface="Microsoft JhengHei"/>
              </a:rPr>
              <a:t>Giai </a:t>
            </a:r>
            <a:r>
              <a:rPr lang="en-US" sz="1300" kern="0" dirty="0" err="1">
                <a:solidFill>
                  <a:sysClr val="windowText" lastClr="000000"/>
                </a:solidFill>
                <a:latin typeface="Microsoft JhengHei"/>
                <a:cs typeface="Microsoft JhengHei"/>
              </a:rPr>
              <a:t>đoạn</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đạt</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độ</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chính</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xác</a:t>
            </a:r>
            <a:r>
              <a:rPr lang="en-US" sz="1300" kern="0" dirty="0">
                <a:solidFill>
                  <a:sysClr val="windowText" lastClr="000000"/>
                </a:solidFill>
                <a:latin typeface="Microsoft JhengHei"/>
                <a:cs typeface="Microsoft JhengHei"/>
              </a:rPr>
              <a:t> 99%: 6 </a:t>
            </a:r>
            <a:r>
              <a:rPr lang="en-US" sz="1300" kern="0" dirty="0" err="1">
                <a:solidFill>
                  <a:sysClr val="windowText" lastClr="000000"/>
                </a:solidFill>
                <a:latin typeface="Microsoft JhengHei"/>
                <a:cs typeface="Microsoft JhengHei"/>
              </a:rPr>
              <a:t>tháng</a:t>
            </a:r>
            <a:endParaRPr lang="en-US" sz="1300" kern="0" dirty="0">
              <a:solidFill>
                <a:sysClr val="windowText" lastClr="000000"/>
              </a:solidFill>
              <a:latin typeface="Microsoft JhengHei"/>
              <a:cs typeface="Microsoft JhengHei"/>
            </a:endParaRPr>
          </a:p>
          <a:p>
            <a:pPr marL="526415" lvl="0">
              <a:lnSpc>
                <a:spcPts val="1650"/>
              </a:lnSpc>
              <a:spcBef>
                <a:spcPts val="540"/>
              </a:spcBef>
              <a:defRPr/>
            </a:pPr>
            <a:r>
              <a:rPr kumimoji="0" lang="en-US" altLang="zh-CN" sz="1300" b="1" i="0" u="none" strike="noStrike" kern="0" cap="none" spc="-25" normalizeH="0" baseline="0" noProof="0" dirty="0">
                <a:ln>
                  <a:noFill/>
                </a:ln>
                <a:solidFill>
                  <a:sysClr val="windowText" lastClr="000000"/>
                </a:solidFill>
                <a:effectLst/>
                <a:uLnTx/>
                <a:uFillTx/>
                <a:latin typeface="Microsoft JhengHei"/>
                <a:cs typeface="Microsoft JhengHei"/>
              </a:rPr>
              <a:t>Lưu </a:t>
            </a:r>
            <a:r>
              <a:rPr kumimoji="0" lang="en-US" altLang="zh-CN" sz="1300" b="1" i="0" u="none" strike="noStrike" kern="0" cap="none" spc="-25" normalizeH="0" baseline="0" noProof="0" dirty="0" err="1">
                <a:ln>
                  <a:noFill/>
                </a:ln>
                <a:solidFill>
                  <a:sysClr val="windowText" lastClr="000000"/>
                </a:solidFill>
                <a:effectLst/>
                <a:uLnTx/>
                <a:uFillTx/>
                <a:latin typeface="Microsoft JhengHei"/>
                <a:cs typeface="Microsoft JhengHei"/>
              </a:rPr>
              <a:t>lý</a:t>
            </a:r>
            <a:r>
              <a:rPr kumimoji="0" lang="en-US" altLang="zh-CN" sz="1300" b="1" i="0" u="none" strike="noStrike" kern="0" cap="none" spc="-25" normalizeH="0" baseline="0" noProof="0" dirty="0">
                <a:ln>
                  <a:noFill/>
                </a:ln>
                <a:solidFill>
                  <a:sysClr val="windowText" lastClr="000000"/>
                </a:solidFill>
                <a:effectLst/>
                <a:uLnTx/>
                <a:uFillTx/>
                <a:latin typeface="Microsoft JhengHei"/>
                <a:cs typeface="Microsoft JhengHei"/>
              </a:rPr>
              <a:t> :</a:t>
            </a:r>
            <a:r>
              <a:rPr lang="vi-VN" altLang="zh-CN" sz="1300" kern="0" dirty="0">
                <a:solidFill>
                  <a:sysClr val="windowText" lastClr="000000"/>
                </a:solidFill>
                <a:latin typeface="Microsoft JhengHei"/>
                <a:cs typeface="Microsoft JhengHei"/>
              </a:rPr>
              <a:t>(Toàn bộ thời gian nêu trên được tính kể từ ngày hoàn tất ký hồ sơ Esign hoặc hoàn tất ký xác nhận chuyển giao chi phí, và kể từ ngày người dùng hoàn tất việc cung cấp các phần cứng nêu dưới đây.)</a:t>
            </a:r>
            <a:endParaRPr lang="en-US" altLang="zh-CN" sz="1300" kern="0" dirty="0">
              <a:solidFill>
                <a:sysClr val="windowText" lastClr="000000"/>
              </a:solidFill>
              <a:latin typeface="Microsoft JhengHei"/>
              <a:cs typeface="Microsoft JhengHei"/>
            </a:endParaRPr>
          </a:p>
          <a:p>
            <a:pPr marL="526415" lvl="0">
              <a:lnSpc>
                <a:spcPts val="1650"/>
              </a:lnSpc>
              <a:spcBef>
                <a:spcPts val="540"/>
              </a:spcBef>
              <a:defRPr/>
            </a:pPr>
            <a:r>
              <a:rPr kumimoji="0" lang="en-US" altLang="zh-CN" sz="1300" b="1" i="0" u="none" strike="noStrike" kern="0" cap="none" spc="0" normalizeH="0" baseline="0" noProof="0" dirty="0">
                <a:ln>
                  <a:noFill/>
                </a:ln>
                <a:solidFill>
                  <a:sysClr val="windowText" lastClr="000000"/>
                </a:solidFill>
                <a:effectLst/>
                <a:uLnTx/>
                <a:uFillTx/>
                <a:latin typeface="Microsoft JhengHei"/>
                <a:cs typeface="Microsoft JhengHei"/>
              </a:rPr>
              <a:t>B</a:t>
            </a:r>
            <a:r>
              <a:rPr kumimoji="0" lang="en-US" altLang="zh-CN" sz="1300" b="1" i="0" u="none" strike="noStrike" kern="0" cap="none" spc="-10" normalizeH="0" baseline="0" noProof="0" dirty="0">
                <a:ln>
                  <a:noFill/>
                </a:ln>
                <a:solidFill>
                  <a:sysClr val="windowText" lastClr="000000"/>
                </a:solidFill>
                <a:effectLst/>
                <a:uLnTx/>
                <a:uFillTx/>
                <a:latin typeface="Microsoft JhengHei"/>
                <a:cs typeface="Microsoft JhengHei"/>
              </a:rPr>
              <a:t>. </a:t>
            </a:r>
            <a:r>
              <a:rPr lang="vi-VN" sz="1400" dirty="0"/>
              <a:t>Phần cứng (do người dùng cung cấp. Trường hợp khách hàng không thể cung cấp phần cứng máy chủ AI thì sẽ thực hiện sau khi Esign được phê duyệt)</a:t>
            </a:r>
            <a:endParaRPr kumimoji="0" sz="1300" b="0" i="0" u="none" strike="noStrike" kern="0" cap="none" spc="0" normalizeH="0" baseline="0" noProof="0" dirty="0">
              <a:ln>
                <a:noFill/>
              </a:ln>
              <a:solidFill>
                <a:prstClr val="black"/>
              </a:solidFill>
              <a:effectLst/>
              <a:uLnTx/>
              <a:uFillTx/>
              <a:latin typeface="Microsoft JhengHei"/>
              <a:cs typeface="Microsoft JhengHei"/>
            </a:endParaRPr>
          </a:p>
          <a:p>
            <a:pPr marL="869315" lvl="0" indent="-342900">
              <a:spcBef>
                <a:spcPts val="530"/>
              </a:spcBef>
              <a:buFontTx/>
              <a:buAutoNum type="arabicPeriod"/>
              <a:tabLst>
                <a:tab pos="869315" algn="l"/>
              </a:tabLst>
              <a:defRPr/>
            </a:pPr>
            <a:r>
              <a:rPr lang="en-US" sz="1400" dirty="0" err="1"/>
              <a:t>Máy</a:t>
            </a:r>
            <a:r>
              <a:rPr lang="en-US" sz="1400" dirty="0"/>
              <a:t> </a:t>
            </a:r>
            <a:r>
              <a:rPr lang="en-US" sz="1400" dirty="0" err="1"/>
              <a:t>chủ</a:t>
            </a:r>
            <a:r>
              <a:rPr lang="en-US" sz="1400" dirty="0"/>
              <a:t> AI </a:t>
            </a:r>
            <a:r>
              <a:rPr lang="en-US" sz="1300" kern="0" dirty="0">
                <a:solidFill>
                  <a:sysClr val="windowText" lastClr="000000"/>
                </a:solidFill>
                <a:latin typeface="Microsoft JhengHei"/>
              </a:rPr>
              <a:t>(</a:t>
            </a:r>
            <a:r>
              <a:rPr lang="en-US" sz="1400" dirty="0" err="1"/>
              <a:t>cấu</a:t>
            </a:r>
            <a:r>
              <a:rPr lang="en-US" sz="1400" dirty="0"/>
              <a:t> </a:t>
            </a:r>
            <a:r>
              <a:rPr lang="en-US" sz="1400" dirty="0" err="1"/>
              <a:t>hình</a:t>
            </a:r>
            <a:r>
              <a:rPr lang="en-US" sz="1400" dirty="0"/>
              <a:t> </a:t>
            </a:r>
            <a:r>
              <a:rPr lang="en-US" sz="1400" dirty="0" err="1"/>
              <a:t>tối</a:t>
            </a:r>
            <a:r>
              <a:rPr lang="en-US" sz="1400" dirty="0"/>
              <a:t> </a:t>
            </a:r>
            <a:r>
              <a:rPr lang="en-US" sz="1400" dirty="0" err="1"/>
              <a:t>thiểu</a:t>
            </a:r>
            <a:r>
              <a:rPr lang="en-US" sz="1400" dirty="0"/>
              <a:t> </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：i</a:t>
            </a:r>
            <a:r>
              <a:rPr kumimoji="0" lang="en-US" sz="1300" b="0" i="0" u="none" strike="noStrike" kern="0" cap="none" spc="0" normalizeH="0" baseline="0" noProof="0" dirty="0">
                <a:ln>
                  <a:noFill/>
                </a:ln>
                <a:solidFill>
                  <a:sysClr val="windowText" lastClr="000000"/>
                </a:solidFill>
                <a:effectLst/>
                <a:uLnTx/>
                <a:uFillTx/>
                <a:latin typeface="Microsoft JhengHei"/>
                <a:cs typeface="Microsoft JhengHei"/>
              </a:rPr>
              <a:t>7</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-13</a:t>
            </a:r>
            <a:r>
              <a:rPr kumimoji="0" sz="1300" b="0" i="0" u="none" strike="noStrike" kern="0" cap="none" spc="0" normalizeH="0" baseline="24691" noProof="0" dirty="0">
                <a:ln>
                  <a:noFill/>
                </a:ln>
                <a:solidFill>
                  <a:sysClr val="windowText" lastClr="000000"/>
                </a:solidFill>
                <a:effectLst/>
                <a:uLnTx/>
                <a:uFillTx/>
                <a:latin typeface="Microsoft JhengHei"/>
                <a:cs typeface="Microsoft JhengHei"/>
              </a:rPr>
              <a:t>TH</a:t>
            </a:r>
            <a:r>
              <a:rPr kumimoji="0" sz="1300" b="0" i="0" u="none" strike="noStrike" kern="0" cap="none" spc="112" normalizeH="0" baseline="24691" noProof="0" dirty="0">
                <a:ln>
                  <a:noFill/>
                </a:ln>
                <a:solidFill>
                  <a:sysClr val="windowText" lastClr="000000"/>
                </a:solidFill>
                <a:effectLst/>
                <a:uLnTx/>
                <a:uFillTx/>
                <a:latin typeface="Microsoft JhengHei"/>
                <a:cs typeface="Microsoft JhengHei"/>
              </a:rPr>
              <a:t> </a:t>
            </a: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RAM 64GB</a:t>
            </a:r>
            <a:r>
              <a:rPr kumimoji="0" lang="en-US" sz="1300" b="0" i="0" u="none" strike="noStrike" kern="0" cap="none" spc="-5" normalizeH="0" baseline="0" noProof="0" dirty="0">
                <a:ln>
                  <a:noFill/>
                </a:ln>
                <a:solidFill>
                  <a:sysClr val="windowText" lastClr="000000"/>
                </a:solidFill>
                <a:effectLst/>
                <a:uLnTx/>
                <a:uFillTx/>
                <a:latin typeface="Microsoft JhengHei"/>
                <a:cs typeface="Microsoft JhengHei"/>
              </a:rPr>
              <a:t> </a:t>
            </a:r>
            <a:r>
              <a:rPr kumimoji="0" lang="en-US" sz="1300" b="0" i="0" u="none" strike="noStrike" kern="0" cap="none" spc="0" normalizeH="0" baseline="0" noProof="0" dirty="0">
                <a:ln>
                  <a:noFill/>
                </a:ln>
                <a:solidFill>
                  <a:sysClr val="windowText" lastClr="000000"/>
                </a:solidFill>
                <a:effectLst/>
                <a:uLnTx/>
                <a:uFillTx/>
                <a:latin typeface="Microsoft JhengHei"/>
                <a:cs typeface="Microsoft JhengHei"/>
              </a:rPr>
              <a:t>RTX</a:t>
            </a:r>
            <a:r>
              <a:rPr kumimoji="0" lang="en-US" sz="1300" b="0" i="0" u="none" strike="noStrike" kern="0" cap="none" spc="-10" normalizeH="0" baseline="0" noProof="0" dirty="0">
                <a:ln>
                  <a:noFill/>
                </a:ln>
                <a:solidFill>
                  <a:sysClr val="windowText" lastClr="000000"/>
                </a:solidFill>
                <a:effectLst/>
                <a:uLnTx/>
                <a:uFillTx/>
                <a:latin typeface="Microsoft JhengHei"/>
                <a:cs typeface="Microsoft JhengHei"/>
              </a:rPr>
              <a:t> 4060</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869315" lvl="0" indent="-342900">
              <a:spcBef>
                <a:spcPts val="540"/>
              </a:spcBef>
              <a:buFontTx/>
              <a:buAutoNum type="arabicPeriod"/>
              <a:tabLst>
                <a:tab pos="869315" algn="l"/>
              </a:tabLst>
              <a:defRPr/>
            </a:pPr>
            <a:r>
              <a:rPr lang="en-US" sz="1300" kern="0" dirty="0" err="1">
                <a:solidFill>
                  <a:sysClr val="windowText" lastClr="000000"/>
                </a:solidFill>
                <a:latin typeface="Microsoft JhengHei"/>
                <a:cs typeface="Microsoft JhengHei"/>
              </a:rPr>
              <a:t>Máy</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tính</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lập</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trình</a:t>
            </a:r>
            <a:r>
              <a:rPr lang="en-US" sz="1300" kern="0" dirty="0">
                <a:solidFill>
                  <a:sysClr val="windowText" lastClr="000000"/>
                </a:solidFill>
                <a:latin typeface="Microsoft JhengHei"/>
                <a:cs typeface="Microsoft JhengHei"/>
              </a:rPr>
              <a:t> GPU (</a:t>
            </a:r>
            <a:r>
              <a:rPr lang="en-US" sz="1300" kern="0" dirty="0" err="1">
                <a:solidFill>
                  <a:sysClr val="windowText" lastClr="000000"/>
                </a:solidFill>
                <a:latin typeface="Microsoft JhengHei"/>
                <a:cs typeface="Microsoft JhengHei"/>
              </a:rPr>
              <a:t>cấu</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hình</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tối</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thiểu</a:t>
            </a:r>
            <a:r>
              <a:rPr lang="en-US" sz="1300" kern="0" dirty="0">
                <a:solidFill>
                  <a:sysClr val="windowText" lastClr="000000"/>
                </a:solidFill>
                <a:latin typeface="Microsoft JhengHei"/>
                <a:cs typeface="Microsoft JhengHei"/>
              </a:rPr>
              <a:t>: i7 </a:t>
            </a:r>
            <a:r>
              <a:rPr lang="en-US" sz="1300" kern="0" dirty="0" err="1">
                <a:solidFill>
                  <a:sysClr val="windowText" lastClr="000000"/>
                </a:solidFill>
                <a:latin typeface="Microsoft JhengHei"/>
                <a:cs typeface="Microsoft JhengHei"/>
              </a:rPr>
              <a:t>thế</a:t>
            </a:r>
            <a:r>
              <a:rPr lang="en-US" sz="1300" kern="0" dirty="0">
                <a:solidFill>
                  <a:sysClr val="windowText" lastClr="000000"/>
                </a:solidFill>
                <a:latin typeface="Microsoft JhengHei"/>
                <a:cs typeface="Microsoft JhengHei"/>
              </a:rPr>
              <a:t> </a:t>
            </a:r>
            <a:r>
              <a:rPr lang="en-US" sz="1300" kern="0" dirty="0" err="1">
                <a:solidFill>
                  <a:sysClr val="windowText" lastClr="000000"/>
                </a:solidFill>
                <a:latin typeface="Microsoft JhengHei"/>
                <a:cs typeface="Microsoft JhengHei"/>
              </a:rPr>
              <a:t>hệ</a:t>
            </a:r>
            <a:r>
              <a:rPr lang="en-US" sz="1300" kern="0" dirty="0">
                <a:solidFill>
                  <a:sysClr val="windowText" lastClr="000000"/>
                </a:solidFill>
                <a:latin typeface="Microsoft JhengHei"/>
                <a:cs typeface="Microsoft JhengHei"/>
              </a:rPr>
              <a:t> 13, RAM 64GB, RTX 4060) </a:t>
            </a:r>
            <a:endParaRPr kumimoji="0" lang="en-US" altLang="zh-TW" sz="1300" b="0" i="0" u="none" strike="noStrike" kern="0" cap="none" spc="-15" normalizeH="0" baseline="0" noProof="0" dirty="0">
              <a:ln>
                <a:noFill/>
              </a:ln>
              <a:solidFill>
                <a:sysClr val="windowText" lastClr="000000"/>
              </a:solidFill>
              <a:effectLst/>
              <a:uLnTx/>
              <a:uFillTx/>
              <a:latin typeface="Microsoft JhengHei"/>
              <a:cs typeface="Microsoft JhengHei"/>
            </a:endParaRPr>
          </a:p>
          <a:p>
            <a:pPr marL="526415" lvl="0">
              <a:spcBef>
                <a:spcPts val="540"/>
              </a:spcBef>
              <a:tabLst>
                <a:tab pos="869315" algn="l"/>
              </a:tabLst>
              <a:defRPr/>
            </a:pPr>
            <a:r>
              <a:rPr lang="vi-VN" altLang="zh-TW" sz="1300" kern="0" spc="-15" dirty="0">
                <a:solidFill>
                  <a:sysClr val="windowText" lastClr="000000"/>
                </a:solidFill>
                <a:latin typeface="Microsoft JhengHei"/>
                <a:cs typeface="Microsoft JhengHei"/>
              </a:rPr>
              <a:t>Cấu hình phần cứng cụ thể sẽ được đánh giá và xác định dựa trên nhu cầu thực tế của từng dự án. </a:t>
            </a:r>
            <a:endParaRPr lang="en-US" altLang="zh-TW" sz="1300" kern="0" spc="-15" dirty="0">
              <a:solidFill>
                <a:sysClr val="windowText" lastClr="000000"/>
              </a:solidFill>
              <a:latin typeface="Microsoft JhengHei"/>
              <a:cs typeface="Microsoft JhengHei"/>
            </a:endParaRPr>
          </a:p>
          <a:p>
            <a:pPr marL="526415" lvl="0">
              <a:spcBef>
                <a:spcPts val="540"/>
              </a:spcBef>
              <a:tabLst>
                <a:tab pos="869315" algn="l"/>
              </a:tabLst>
              <a:defRPr/>
            </a:pPr>
            <a:r>
              <a:rPr kumimoji="0" sz="1300" b="1" i="0" u="none" strike="noStrike" kern="0" cap="none" spc="0" normalizeH="0" baseline="0" noProof="0" dirty="0">
                <a:ln>
                  <a:noFill/>
                </a:ln>
                <a:solidFill>
                  <a:sysClr val="windowText" lastClr="000000"/>
                </a:solidFill>
                <a:effectLst/>
                <a:uLnTx/>
                <a:uFillTx/>
                <a:latin typeface="Microsoft JhengHei"/>
                <a:cs typeface="Microsoft JhengHei"/>
              </a:rPr>
              <a:t>C</a:t>
            </a:r>
            <a:r>
              <a:rPr kumimoji="0" sz="1300" b="1" i="0" u="none" strike="noStrike" kern="0" cap="none" spc="-20" normalizeH="0" baseline="0" noProof="0" dirty="0">
                <a:ln>
                  <a:noFill/>
                </a:ln>
                <a:solidFill>
                  <a:sysClr val="windowText" lastClr="000000"/>
                </a:solidFill>
                <a:effectLst/>
                <a:uLnTx/>
                <a:uFillTx/>
                <a:latin typeface="Microsoft JhengHei"/>
                <a:cs typeface="Microsoft JhengHei"/>
              </a:rPr>
              <a:t>. </a:t>
            </a:r>
            <a:r>
              <a:rPr lang="en-US" sz="1400" dirty="0" err="1"/>
              <a:t>Nguồn</a:t>
            </a:r>
            <a:r>
              <a:rPr lang="en-US" sz="1400" dirty="0"/>
              <a:t> </a:t>
            </a:r>
            <a:r>
              <a:rPr lang="en-US" sz="1400" dirty="0" err="1"/>
              <a:t>nhân</a:t>
            </a:r>
            <a:r>
              <a:rPr lang="en-US" sz="1400" dirty="0"/>
              <a:t> </a:t>
            </a:r>
            <a:r>
              <a:rPr lang="en-US" sz="1400" dirty="0" err="1"/>
              <a:t>lực</a:t>
            </a:r>
            <a:r>
              <a:rPr kumimoji="0" sz="1300" b="1" i="0" u="none" strike="noStrike" kern="0" cap="none" spc="-20" normalizeH="0" baseline="0" noProof="0" dirty="0">
                <a:ln>
                  <a:noFill/>
                </a:ln>
                <a:solidFill>
                  <a:sysClr val="windowText" lastClr="000000"/>
                </a:solidFill>
                <a:effectLst/>
                <a:uLnTx/>
                <a:uFillTx/>
                <a:latin typeface="Microsoft JhengHei"/>
                <a:cs typeface="Microsoft JhengHei"/>
              </a:rPr>
              <a:t>：</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869315" lvl="0" indent="-342900">
              <a:spcBef>
                <a:spcPts val="525"/>
              </a:spcBef>
              <a:buFontTx/>
              <a:buAutoNum type="arabicPeriod"/>
              <a:tabLst>
                <a:tab pos="869315" algn="l"/>
              </a:tabLst>
              <a:defRPr/>
            </a:pPr>
            <a:r>
              <a:rPr kumimoji="0" sz="1300" b="0" i="0" u="none" strike="noStrike" kern="0" cap="none" spc="0" normalizeH="0" baseline="0" noProof="0" dirty="0">
                <a:ln>
                  <a:noFill/>
                </a:ln>
                <a:solidFill>
                  <a:sysClr val="windowText" lastClr="000000"/>
                </a:solidFill>
                <a:effectLst/>
                <a:uLnTx/>
                <a:uFillTx/>
                <a:latin typeface="Microsoft JhengHei"/>
                <a:cs typeface="Microsoft JhengHei"/>
              </a:rPr>
              <a:t>AI</a:t>
            </a:r>
            <a:r>
              <a:rPr kumimoji="0" sz="1300" b="0" i="0" u="none" strike="noStrike" kern="0" cap="none" spc="5" normalizeH="0" baseline="0" noProof="0" dirty="0">
                <a:ln>
                  <a:noFill/>
                </a:ln>
                <a:solidFill>
                  <a:sysClr val="windowText" lastClr="000000"/>
                </a:solidFill>
                <a:effectLst/>
                <a:uLnTx/>
                <a:uFillTx/>
                <a:latin typeface="Microsoft JhengHei"/>
                <a:cs typeface="Microsoft JhengHei"/>
              </a:rPr>
              <a:t> </a:t>
            </a:r>
            <a:r>
              <a:rPr kumimoji="0" sz="1300" b="0" i="0" u="none" strike="noStrike" kern="0" cap="none" spc="-10" normalizeH="0" baseline="0" noProof="0" dirty="0">
                <a:ln>
                  <a:noFill/>
                </a:ln>
                <a:solidFill>
                  <a:sysClr val="windowText" lastClr="000000"/>
                </a:solidFill>
                <a:effectLst/>
                <a:uLnTx/>
                <a:uFillTx/>
                <a:latin typeface="Microsoft JhengHei"/>
                <a:cs typeface="Microsoft JhengHei"/>
              </a:rPr>
              <a:t>PM</a:t>
            </a:r>
            <a:r>
              <a:rPr kumimoji="0" sz="1300" b="0" i="0" u="none" strike="noStrike" kern="0" cap="none" spc="-15" normalizeH="0" baseline="0" noProof="0" dirty="0">
                <a:ln>
                  <a:noFill/>
                </a:ln>
                <a:solidFill>
                  <a:sysClr val="windowText" lastClr="000000"/>
                </a:solidFill>
                <a:effectLst/>
                <a:uLnTx/>
                <a:uFillTx/>
                <a:latin typeface="Microsoft JhengHei"/>
                <a:cs typeface="Microsoft JhengHei"/>
              </a:rPr>
              <a:t>：</a:t>
            </a:r>
            <a:r>
              <a:rPr lang="en-US" sz="1400" dirty="0"/>
              <a:t> Quản </a:t>
            </a:r>
            <a:r>
              <a:rPr lang="en-US" sz="1400" dirty="0" err="1"/>
              <a:t>lý</a:t>
            </a:r>
            <a:r>
              <a:rPr lang="en-US" sz="1400" dirty="0"/>
              <a:t> </a:t>
            </a:r>
            <a:r>
              <a:rPr lang="en-US" sz="1400" dirty="0" err="1"/>
              <a:t>tổng</a:t>
            </a:r>
            <a:r>
              <a:rPr lang="en-US" sz="1400" dirty="0"/>
              <a:t> </a:t>
            </a:r>
            <a:r>
              <a:rPr lang="en-US" sz="1400" dirty="0" err="1"/>
              <a:t>thể</a:t>
            </a:r>
            <a:r>
              <a:rPr lang="en-US" sz="1400" dirty="0"/>
              <a:t> </a:t>
            </a:r>
            <a:r>
              <a:rPr lang="en-US" sz="1400" dirty="0" err="1"/>
              <a:t>tiến</a:t>
            </a:r>
            <a:r>
              <a:rPr lang="en-US" sz="1400" dirty="0"/>
              <a:t> </a:t>
            </a:r>
            <a:r>
              <a:rPr lang="en-US" sz="1400" dirty="0" err="1"/>
              <a:t>độ</a:t>
            </a:r>
            <a:r>
              <a:rPr lang="en-US" sz="1400" dirty="0"/>
              <a:t> </a:t>
            </a:r>
            <a:r>
              <a:rPr lang="en-US" sz="1400" dirty="0" err="1"/>
              <a:t>dự</a:t>
            </a:r>
            <a:r>
              <a:rPr lang="en-US" sz="1400" dirty="0"/>
              <a:t> </a:t>
            </a:r>
            <a:r>
              <a:rPr lang="en-US" sz="1400" dirty="0" err="1"/>
              <a:t>án</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869315" marR="0" lvl="0" indent="-342900" defTabSz="914400" eaLnBrk="1" fontAlgn="auto" latinLnBrk="0" hangingPunct="1">
              <a:lnSpc>
                <a:spcPct val="100000"/>
              </a:lnSpc>
              <a:spcBef>
                <a:spcPts val="540"/>
              </a:spcBef>
              <a:spcAft>
                <a:spcPts val="0"/>
              </a:spcAft>
              <a:buClrTx/>
              <a:buSzTx/>
              <a:buFontTx/>
              <a:buAutoNum type="arabicPeriod"/>
              <a:tabLst>
                <a:tab pos="869315" algn="l"/>
              </a:tabLst>
              <a:defRPr/>
            </a:pPr>
            <a:r>
              <a:rPr kumimoji="0" lang="vi-VN" sz="1300" b="0" i="0" u="none" strike="noStrike" kern="0" cap="none" spc="-20" normalizeH="0" baseline="0" noProof="0" dirty="0">
                <a:ln>
                  <a:noFill/>
                </a:ln>
                <a:solidFill>
                  <a:sysClr val="windowText" lastClr="000000"/>
                </a:solidFill>
                <a:effectLst/>
                <a:uLnTx/>
                <a:uFillTx/>
                <a:latin typeface="Microsoft JhengHei"/>
                <a:cs typeface="Microsoft JhengHei"/>
              </a:rPr>
              <a:t>Kỹ sư phát triển phần mềm AI: 1 người</a:t>
            </a:r>
            <a:endParaRPr kumimoji="0" sz="13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869315" lvl="0" indent="-342900">
              <a:spcBef>
                <a:spcPts val="545"/>
              </a:spcBef>
              <a:buFontTx/>
              <a:buAutoNum type="arabicPeriod"/>
              <a:tabLst>
                <a:tab pos="869315" algn="l"/>
              </a:tabLst>
              <a:defRPr/>
            </a:pPr>
            <a:r>
              <a:rPr kumimoji="0" lang="vi-VN" sz="1300" b="0" i="0" u="none" strike="noStrike" kern="0" cap="none" spc="-5" normalizeH="0" baseline="0" noProof="0" dirty="0">
                <a:ln>
                  <a:noFill/>
                </a:ln>
                <a:solidFill>
                  <a:sysClr val="windowText" lastClr="000000"/>
                </a:solidFill>
                <a:effectLst/>
                <a:uLnTx/>
                <a:uFillTx/>
                <a:latin typeface="Microsoft JhengHei"/>
                <a:cs typeface="Microsoft JhengHei"/>
              </a:rPr>
              <a:t>Kỹ sư triển khai AI: 1 người</a:t>
            </a:r>
            <a:r>
              <a:rPr lang="it-IT" sz="1400" dirty="0"/>
              <a:t>(triển khai camera và thiết bị Edge AI) </a:t>
            </a:r>
          </a:p>
          <a:p>
            <a:pPr marL="526415" lvl="0">
              <a:spcBef>
                <a:spcPts val="545"/>
              </a:spcBef>
              <a:tabLst>
                <a:tab pos="869315" algn="l"/>
              </a:tabLst>
              <a:defRPr/>
            </a:pPr>
            <a:r>
              <a:rPr kumimoji="0" lang="en-US" altLang="zh-CN" sz="1300" b="0" i="0" u="none" strike="noStrike" kern="0" cap="none" spc="-10" normalizeH="0" baseline="0" noProof="0" dirty="0">
                <a:ln>
                  <a:noFill/>
                </a:ln>
                <a:solidFill>
                  <a:sysClr val="windowText" lastClr="000000"/>
                </a:solidFill>
                <a:effectLst/>
                <a:uLnTx/>
                <a:uFillTx/>
                <a:latin typeface="Microsoft JhengHei"/>
                <a:cs typeface="Microsoft JhengHei"/>
              </a:rPr>
              <a:t>=》</a:t>
            </a:r>
            <a:r>
              <a:rPr kumimoji="0" lang="vi-VN" altLang="zh-CN" sz="1300" b="0" i="0" u="none" strike="noStrike" kern="0" cap="none" spc="-10" normalizeH="0" baseline="0" noProof="0" dirty="0">
                <a:ln>
                  <a:noFill/>
                </a:ln>
                <a:solidFill>
                  <a:prstClr val="black"/>
                </a:solidFill>
                <a:effectLst/>
                <a:uLnTx/>
                <a:uFillTx/>
                <a:latin typeface="Microsoft JhengHei"/>
                <a:cs typeface="Microsoft JhengHei"/>
              </a:rPr>
              <a:t>Tổng cộng: </a:t>
            </a:r>
            <a:r>
              <a:rPr kumimoji="0" lang="en-US" altLang="zh-CN" sz="1300" b="0" i="0" u="none" strike="noStrike" kern="0" cap="none" spc="-10" normalizeH="0" baseline="0" noProof="0" dirty="0">
                <a:ln>
                  <a:noFill/>
                </a:ln>
                <a:solidFill>
                  <a:prstClr val="black"/>
                </a:solidFill>
                <a:effectLst/>
                <a:uLnTx/>
                <a:uFillTx/>
                <a:latin typeface="Microsoft JhengHei"/>
                <a:cs typeface="Microsoft JhengHei"/>
              </a:rPr>
              <a:t>6</a:t>
            </a:r>
            <a:r>
              <a:rPr kumimoji="0" lang="vi-VN" altLang="zh-CN" sz="1300" b="0" i="0" u="none" strike="noStrike" kern="0" cap="none" spc="-10" normalizeH="0" baseline="0" noProof="0" dirty="0">
                <a:ln>
                  <a:noFill/>
                </a:ln>
                <a:solidFill>
                  <a:prstClr val="black"/>
                </a:solidFill>
                <a:effectLst/>
                <a:uLnTx/>
                <a:uFillTx/>
                <a:latin typeface="Microsoft JhengHei"/>
                <a:cs typeface="Microsoft JhengHei"/>
              </a:rPr>
              <a:t> người</a:t>
            </a:r>
            <a:r>
              <a:rPr kumimoji="0" lang="zh-CN" altLang="en-US" sz="1300" b="0" i="0" u="none" strike="noStrike" kern="0" cap="none" spc="-25" normalizeH="0" baseline="0" noProof="0" dirty="0">
                <a:ln>
                  <a:noFill/>
                </a:ln>
                <a:solidFill>
                  <a:prstClr val="black"/>
                </a:solidFill>
                <a:effectLst/>
                <a:uLnTx/>
                <a:uFillTx/>
                <a:latin typeface="Microsoft JhengHei"/>
                <a:cs typeface="Microsoft JhengHei"/>
              </a:rPr>
              <a:t>。</a:t>
            </a:r>
            <a:r>
              <a:rPr lang="vi-VN" altLang="zh-CN" sz="1300" kern="0" spc="-25" dirty="0">
                <a:solidFill>
                  <a:prstClr val="black"/>
                </a:solidFill>
                <a:latin typeface="Microsoft JhengHei"/>
                <a:cs typeface="Microsoft JhengHei"/>
              </a:rPr>
              <a:t> Chi phí nhân sự nêu trên được tính kể từ ngày hoàn tất phê duyệt Esign (hoặc cam kết chuyển giao chi phí) và được người dùng thanh toán theo từng tháng.</a:t>
            </a:r>
            <a:endParaRPr kumimoji="0" lang="zh-CN" altLang="en-US" sz="1300" b="0" i="0" u="none" strike="noStrike" kern="0" cap="none" spc="0" normalizeH="0" baseline="0" noProof="0" dirty="0">
              <a:ln>
                <a:noFill/>
              </a:ln>
              <a:solidFill>
                <a:prstClr val="black"/>
              </a:solidFill>
              <a:effectLst/>
              <a:uLnTx/>
              <a:uFillTx/>
              <a:latin typeface="Microsoft JhengHei"/>
              <a:cs typeface="Microsoft JhengHei"/>
            </a:endParaRPr>
          </a:p>
          <a:p>
            <a:pPr marL="38100" marR="0" lvl="0" indent="0" defTabSz="914400" eaLnBrk="1" fontAlgn="auto" latinLnBrk="0" hangingPunct="1">
              <a:lnSpc>
                <a:spcPct val="100000"/>
              </a:lnSpc>
              <a:spcBef>
                <a:spcPts val="50"/>
              </a:spcBef>
              <a:spcAft>
                <a:spcPts val="0"/>
              </a:spcAft>
              <a:buClrTx/>
              <a:buSzTx/>
              <a:buFontTx/>
              <a:buNone/>
              <a:tabLst/>
              <a:defRPr/>
            </a:pPr>
            <a:r>
              <a:rPr kumimoji="0" lang="en-US" sz="1200" b="1" i="0" u="none" strike="noStrike" kern="0" cap="none" spc="0" normalizeH="0" baseline="0" noProof="0" dirty="0" err="1">
                <a:ln>
                  <a:noFill/>
                </a:ln>
                <a:solidFill>
                  <a:srgbClr val="FF0000"/>
                </a:solidFill>
                <a:effectLst/>
                <a:uLnTx/>
                <a:uFillTx/>
                <a:latin typeface="Microsoft JhengHei"/>
                <a:cs typeface="Microsoft JhengHei"/>
              </a:rPr>
              <a:t>Nhận</a:t>
            </a:r>
            <a:r>
              <a:rPr kumimoji="0" lang="en-US" sz="1200" b="1" i="0" u="none" strike="noStrike" kern="0" cap="none" spc="0" normalizeH="0" baseline="0" noProof="0" dirty="0">
                <a:ln>
                  <a:noFill/>
                </a:ln>
                <a:solidFill>
                  <a:srgbClr val="FF0000"/>
                </a:solidFill>
                <a:effectLst/>
                <a:uLnTx/>
                <a:uFillTx/>
                <a:latin typeface="Microsoft JhengHei"/>
                <a:cs typeface="Microsoft JhengHei"/>
              </a:rPr>
              <a:t> </a:t>
            </a:r>
            <a:r>
              <a:rPr kumimoji="0" lang="en-US" sz="1200" b="1" i="0" u="none" strike="noStrike" kern="0" cap="none" spc="0" normalizeH="0" baseline="0" noProof="0" dirty="0" err="1">
                <a:ln>
                  <a:noFill/>
                </a:ln>
                <a:solidFill>
                  <a:srgbClr val="FF0000"/>
                </a:solidFill>
                <a:effectLst/>
                <a:uLnTx/>
                <a:uFillTx/>
                <a:latin typeface="Microsoft JhengHei"/>
                <a:cs typeface="Microsoft JhengHei"/>
              </a:rPr>
              <a:t>xét</a:t>
            </a:r>
            <a:r>
              <a:rPr kumimoji="0" sz="1200" b="0" i="0" u="none" strike="noStrike" kern="0" cap="none" spc="-50" normalizeH="0" baseline="0" noProof="0" dirty="0">
                <a:ln>
                  <a:noFill/>
                </a:ln>
                <a:solidFill>
                  <a:srgbClr val="FF0000"/>
                </a:solidFill>
                <a:effectLst/>
                <a:uLnTx/>
                <a:uFillTx/>
                <a:latin typeface="Microsoft JhengHei"/>
                <a:cs typeface="Microsoft JhengHei"/>
              </a:rPr>
              <a:t>：</a:t>
            </a:r>
            <a:endParaRPr kumimoji="0" sz="1200" b="0" i="0" u="none" strike="noStrike" kern="0" cap="none" spc="0" normalizeH="0" baseline="0" noProof="0" dirty="0">
              <a:ln>
                <a:noFill/>
              </a:ln>
              <a:solidFill>
                <a:sysClr val="windowText" lastClr="000000"/>
              </a:solidFill>
              <a:effectLst/>
              <a:uLnTx/>
              <a:uFillTx/>
              <a:latin typeface="Microsoft JhengHei"/>
              <a:cs typeface="Microsoft JhengHei"/>
            </a:endParaRPr>
          </a:p>
          <a:p>
            <a:pPr marL="160655" lvl="0" indent="-136525">
              <a:spcBef>
                <a:spcPts val="720"/>
              </a:spcBef>
              <a:buSzPct val="91666"/>
              <a:buFontTx/>
              <a:buAutoNum type="arabicPeriod"/>
              <a:tabLst>
                <a:tab pos="160655" algn="l"/>
              </a:tabLst>
              <a:defRPr/>
            </a:pPr>
            <a:r>
              <a:rPr lang="vi-VN" sz="1200" kern="0" spc="-10" dirty="0">
                <a:solidFill>
                  <a:srgbClr val="FF0000"/>
                </a:solidFill>
                <a:latin typeface="Microsoft JhengHei"/>
                <a:cs typeface="Microsoft JhengHei"/>
              </a:rPr>
              <a:t>Thời gian thực hiện cụ thể, cấu hình phần cứng và phân bổ nhân lực sẽ được tính toán dựa trên các yêu cầu thực tế của dự án do người dùng gửi cho Esign.</a:t>
            </a:r>
            <a:endParaRPr lang="en-US" sz="1200" kern="0" spc="-10" dirty="0">
              <a:solidFill>
                <a:srgbClr val="FF0000"/>
              </a:solidFill>
              <a:latin typeface="Microsoft JhengHei"/>
              <a:cs typeface="Microsoft JhengHei"/>
            </a:endParaRPr>
          </a:p>
          <a:p>
            <a:pPr marL="160655" lvl="0" indent="-136525">
              <a:spcBef>
                <a:spcPts val="720"/>
              </a:spcBef>
              <a:buSzPct val="91666"/>
              <a:buFontTx/>
              <a:buAutoNum type="arabicPeriod"/>
              <a:tabLst>
                <a:tab pos="160655" algn="l"/>
              </a:tabLst>
              <a:defRPr/>
            </a:pPr>
            <a:r>
              <a:rPr lang="vi-VN" sz="1200" kern="0" dirty="0">
                <a:solidFill>
                  <a:sysClr val="windowText" lastClr="000000"/>
                </a:solidFill>
                <a:latin typeface="Calibri"/>
                <a:cs typeface="Calibri"/>
              </a:rPr>
              <a:t>CPEG AI chỉ đề xuất mẫu tham chiếu của phần cứng cần thiết một lần duy nhất. Bất kể lý do từ chối là gì (hết hàng, thương hiệu không phù hợp với chính sách, giá cao, v.v.), người dùng sau đó phải yêu cầu bộ phận mua sắm chỉ định nhà cung cấp để lựa chọn một mẫu phần cứng có hiệu năng tương đương hoặc tốt hơn so với mẫu đã đề cập ở trên, và cũng phải có sẵn. CPEG AI chỉ đề xuất thông số kỹ thuật phần cứng và mẫu tham chiếu; các chỉ số không liên quan đến hiệu năng như thương hiệu được người dùng lựa chọn theo chính sách của công ty.</a:t>
            </a:r>
            <a:endParaRPr kumimoji="0" sz="1200" b="0" i="0" u="none" strike="noStrike" kern="0" cap="none" spc="0" normalizeH="0" baseline="0" noProof="0" dirty="0">
              <a:ln>
                <a:noFill/>
              </a:ln>
              <a:solidFill>
                <a:sysClr val="windowText" lastClr="000000"/>
              </a:solidFill>
              <a:effectLst/>
              <a:uLnTx/>
              <a:uFillTx/>
              <a:latin typeface="PMingLiU"/>
              <a:cs typeface="PMingLiU"/>
            </a:endParaRPr>
          </a:p>
        </p:txBody>
      </p:sp>
      <p:sp>
        <p:nvSpPr>
          <p:cNvPr id="1048628" name="TextBox 1048627"/>
          <p:cNvSpPr txBox="1"/>
          <p:nvPr/>
        </p:nvSpPr>
        <p:spPr>
          <a:xfrm>
            <a:off x="5632922" y="3684354"/>
            <a:ext cx="5680535" cy="1082348"/>
          </a:xfrm>
          <a:prstGeom prst="rect">
            <a:avLst/>
          </a:prstGeom>
        </p:spPr>
        <p:txBody>
          <a:bodyPr wrap="square" rtlCol="0">
            <a:spAutoFit/>
          </a:bodyPr>
          <a:lstStyle/>
          <a:p>
            <a:pPr marL="526415" lvl="0">
              <a:spcBef>
                <a:spcPts val="545"/>
              </a:spcBef>
              <a:tabLst>
                <a:tab pos="869315" algn="l"/>
              </a:tabLst>
              <a:defRPr/>
            </a:pPr>
            <a:r>
              <a:rPr lang="en-US" altLang="en-CN" sz="1400" kern="0" spc="-20" dirty="0">
                <a:solidFill>
                  <a:prstClr val="black"/>
                </a:solidFill>
                <a:latin typeface="Microsoft JhengHei"/>
                <a:cs typeface="Microsoft JhengHei"/>
              </a:rPr>
              <a:t>4</a:t>
            </a:r>
            <a:r>
              <a:rPr kumimoji="0" lang="en-US" altLang="en-CN" sz="1400" b="0" i="0" u="none" strike="noStrike" kern="0" cap="none" spc="-20" normalizeH="0" baseline="0" noProof="0" dirty="0">
                <a:ln>
                  <a:noFill/>
                </a:ln>
                <a:solidFill>
                  <a:prstClr val="black"/>
                </a:solidFill>
                <a:effectLst/>
                <a:uLnTx/>
                <a:uFillTx/>
                <a:latin typeface="Microsoft JhengHei"/>
                <a:cs typeface="Microsoft JhengHei"/>
              </a:rPr>
              <a:t>. </a:t>
            </a:r>
            <a:r>
              <a:rPr lang="vi-VN" altLang="en-CN" sz="1400" kern="0" spc="-20" dirty="0">
                <a:solidFill>
                  <a:prstClr val="black"/>
                </a:solidFill>
                <a:latin typeface="Microsoft JhengHei"/>
                <a:cs typeface="Microsoft JhengHei"/>
              </a:rPr>
              <a:t>Kỹ sư thuật toán AI: 1 người (phụ trách tối ưu thuật toán AI) </a:t>
            </a:r>
            <a:endParaRPr lang="en-US" altLang="en-CN" sz="1400" kern="0" spc="-20" dirty="0">
              <a:solidFill>
                <a:prstClr val="black"/>
              </a:solidFill>
              <a:latin typeface="Microsoft JhengHei"/>
              <a:cs typeface="Microsoft JhengHei"/>
            </a:endParaRPr>
          </a:p>
          <a:p>
            <a:pPr marL="526415" lvl="0">
              <a:spcBef>
                <a:spcPts val="545"/>
              </a:spcBef>
              <a:tabLst>
                <a:tab pos="869315" algn="l"/>
              </a:tabLst>
              <a:defRPr/>
            </a:pPr>
            <a:r>
              <a:rPr lang="en-US" altLang="en-CN" sz="1400" kern="0" spc="-20" dirty="0">
                <a:solidFill>
                  <a:prstClr val="black"/>
                </a:solidFill>
                <a:latin typeface="Microsoft JhengHei"/>
                <a:cs typeface="Microsoft JhengHei"/>
              </a:rPr>
              <a:t>5</a:t>
            </a:r>
            <a:r>
              <a:rPr kumimoji="0" lang="en-US" altLang="en-CN" sz="1400" b="0" i="0" u="none" strike="noStrike" kern="0" cap="none" spc="-20" normalizeH="0" baseline="0" noProof="0" dirty="0">
                <a:ln>
                  <a:noFill/>
                </a:ln>
                <a:solidFill>
                  <a:prstClr val="black"/>
                </a:solidFill>
                <a:effectLst/>
                <a:uLnTx/>
                <a:uFillTx/>
                <a:latin typeface="Microsoft JhengHei"/>
                <a:cs typeface="Microsoft JhengHei"/>
              </a:rPr>
              <a:t>. </a:t>
            </a:r>
            <a:r>
              <a:rPr lang="vi-VN" altLang="en-CN" sz="1400" kern="0" spc="-20" dirty="0">
                <a:solidFill>
                  <a:prstClr val="black"/>
                </a:solidFill>
                <a:latin typeface="Microsoft JhengHei"/>
                <a:cs typeface="Microsoft JhengHei"/>
              </a:rPr>
              <a:t>Quản lý thuật toán AI: 1 người (phụ trách ủy quyền / cấp phép bằng sáng chế AI) </a:t>
            </a:r>
            <a:endParaRPr lang="en-US" altLang="en-CN" sz="1400" kern="0" spc="-20" dirty="0">
              <a:solidFill>
                <a:prstClr val="black"/>
              </a:solidFill>
              <a:latin typeface="Microsoft JhengHei"/>
              <a:cs typeface="Microsoft JhengHei"/>
            </a:endParaRPr>
          </a:p>
          <a:p>
            <a:pPr marL="526415" lvl="0">
              <a:spcBef>
                <a:spcPts val="545"/>
              </a:spcBef>
              <a:tabLst>
                <a:tab pos="869315" algn="l"/>
              </a:tabLst>
              <a:defRPr/>
            </a:pPr>
            <a:r>
              <a:rPr lang="en-US" altLang="en-CN" sz="1400" kern="0" spc="-20" dirty="0">
                <a:solidFill>
                  <a:prstClr val="black"/>
                </a:solidFill>
                <a:latin typeface="Microsoft JhengHei"/>
                <a:cs typeface="Microsoft JhengHei"/>
              </a:rPr>
              <a:t>6</a:t>
            </a:r>
            <a:r>
              <a:rPr kumimoji="0" lang="en-US" altLang="en-CN" sz="1400" b="0" i="0" u="none" strike="noStrike" kern="0" cap="none" spc="-20" normalizeH="0" baseline="0" noProof="0" dirty="0">
                <a:ln>
                  <a:noFill/>
                </a:ln>
                <a:solidFill>
                  <a:prstClr val="black"/>
                </a:solidFill>
                <a:effectLst/>
                <a:uLnTx/>
                <a:uFillTx/>
                <a:latin typeface="Microsoft JhengHei"/>
                <a:cs typeface="Microsoft JhengHei"/>
              </a:rPr>
              <a:t>. </a:t>
            </a:r>
            <a:r>
              <a:rPr lang="vi-VN" altLang="en-CN" sz="1400" kern="0" spc="-20" dirty="0">
                <a:solidFill>
                  <a:prstClr val="black"/>
                </a:solidFill>
                <a:latin typeface="Microsoft JhengHei"/>
                <a:cs typeface="Microsoft JhengHei"/>
              </a:rPr>
              <a:t>Giám đốc AI: 1 người (phụ trách quản lý tổng thể dự án)</a:t>
            </a:r>
            <a:endParaRPr kumimoji="0" lang="en-CN" sz="2800" b="0" i="0" u="none" strike="noStrike" kern="0" cap="none" spc="0" normalizeH="0" baseline="0" noProof="0" dirty="0">
              <a:ln>
                <a:noFill/>
              </a:ln>
              <a:solidFill>
                <a:prstClr val="black"/>
              </a:solidFill>
              <a:effectLst/>
              <a:uLnTx/>
              <a:uFillTx/>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3221</TotalTime>
  <Words>1294</Words>
  <Application>Microsoft Office PowerPoint</Application>
  <PresentationFormat>Widescreen</PresentationFormat>
  <Paragraphs>150</Paragraphs>
  <Slides>5</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vt:i4>
      </vt:variant>
    </vt:vector>
  </HeadingPairs>
  <TitlesOfParts>
    <vt:vector size="16" baseType="lpstr">
      <vt:lpstr>等线</vt:lpstr>
      <vt:lpstr>Microsoft JhengHei</vt:lpstr>
      <vt:lpstr>Microsoft YaHei</vt:lpstr>
      <vt:lpstr>PMingLiU</vt:lpstr>
      <vt:lpstr>PMingLiU</vt:lpstr>
      <vt:lpstr>Arial</vt:lpstr>
      <vt:lpstr>Calibri</vt:lpstr>
      <vt:lpstr>Calibri Light</vt:lpstr>
      <vt:lpstr>Wingdings</vt:lpstr>
      <vt:lpstr>Office Theme</vt:lpstr>
      <vt:lpstr>1_Office Theme</vt:lpstr>
      <vt:lpstr>PowerPoint Presentation</vt:lpstr>
      <vt:lpstr>PowerPoint Presentation</vt:lpstr>
      <vt:lpstr>PowerPoint Presentation</vt:lpstr>
      <vt:lpstr>PowerPoint Presentation</vt:lpstr>
      <vt:lpstr>1. Đánh giá yêu cầu giám sát công việc: chu kỳ phát triển và đánh giá nguồn lực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Hoang Duy</cp:lastModifiedBy>
  <cp:revision>30</cp:revision>
  <dcterms:created xsi:type="dcterms:W3CDTF">2026-01-21T01:27:55Z</dcterms:created>
  <dcterms:modified xsi:type="dcterms:W3CDTF">2026-04-01T06:07:44Z</dcterms:modified>
</cp:coreProperties>
</file>